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7253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0561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!!evs-135"/>
          <p:cNvPicPr>
            <a:picLocks noChangeAspect="1"/>
          </p:cNvPicPr>
          <p:nvPr/>
        </p:nvPicPr>
        <p:blipFill>
          <a:blip r:embed="rId3"/>
          <a:srcRect l="11378" r="11378"/>
          <a:stretch>
            <a:fillRect/>
          </a:stretch>
        </p:blipFill>
        <p:spPr>
          <a:xfrm>
            <a:off x="6572250" y="0"/>
            <a:ext cx="5619750" cy="2047875"/>
          </a:xfrm>
          <a:prstGeom prst="rect">
            <a:avLst/>
          </a:prstGeom>
        </p:spPr>
      </p:pic>
      <p:sp>
        <p:nvSpPr>
          <p:cNvPr id="2" name="!!evs-2">
            <a:extLst>
              <a:ext uri="{FF2B5EF4-FFF2-40B4-BE49-F238E27FC236}">
                <a16:creationId xmlns:a16="http://schemas.microsoft.com/office/drawing/2014/main" id="{65AA2FAD-F874-401C-9C8D-5F7779ED37B5}"/>
              </a:ext>
            </a:extLst>
          </p:cNvPr>
          <p:cNvSpPr>
            <a:spLocks noGrp="1"/>
          </p:cNvSpPr>
          <p:nvPr/>
        </p:nvSpPr>
        <p:spPr>
          <a:xfrm>
            <a:off x="6191250" y="0"/>
            <a:ext cx="6000750" cy="2047875"/>
          </a:xfrm>
          <a:prstGeom prst="rect">
            <a:avLst/>
          </a:prstGeom>
          <a:gradFill>
            <a:gsLst>
              <a:gs pos="0">
                <a:srgbClr val="041522"/>
              </a:gs>
              <a:gs pos="45000">
                <a:srgbClr val="041522">
                  <a:alpha val="55000"/>
                </a:srgbClr>
              </a:gs>
              <a:gs pos="100000">
                <a:srgbClr val="041522">
                  <a:alpha val="18000"/>
                </a:srgbClr>
              </a:gs>
            </a:gsLst>
            <a:lin ang="5400000"/>
          </a:gra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!!evs-3">
            <a:extLst>
              <a:ext uri="{FF2B5EF4-FFF2-40B4-BE49-F238E27FC236}">
                <a16:creationId xmlns:a16="http://schemas.microsoft.com/office/drawing/2014/main" id="{DCB508B3-F20E-4CC4-AAD6-79CCC10F0778}"/>
              </a:ext>
            </a:extLst>
          </p:cNvPr>
          <p:cNvSpPr>
            <a:spLocks noGrp="1"/>
          </p:cNvSpPr>
          <p:nvPr/>
        </p:nvSpPr>
        <p:spPr>
          <a:xfrm>
            <a:off x="0" y="1619250"/>
            <a:ext cx="12192000" cy="428625"/>
          </a:xfrm>
          <a:prstGeom prst="rect">
            <a:avLst/>
          </a:prstGeom>
          <a:gradFill>
            <a:gsLst>
              <a:gs pos="0">
                <a:srgbClr val="041522">
                  <a:alpha val="0"/>
                </a:srgbClr>
              </a:gs>
              <a:gs pos="100000">
                <a:srgbClr val="041522"/>
              </a:gs>
            </a:gsLst>
            <a:lin ang="10800000"/>
          </a:gra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!!evs-4">
            <a:extLst>
              <a:ext uri="{FF2B5EF4-FFF2-40B4-BE49-F238E27FC236}">
                <a16:creationId xmlns:a16="http://schemas.microsoft.com/office/drawing/2014/main" id="{8DCFB74B-CC14-4044-8161-213547198D0A}"/>
              </a:ext>
            </a:extLst>
          </p:cNvPr>
          <p:cNvSpPr>
            <a:spLocks noGrp="1"/>
          </p:cNvSpPr>
          <p:nvPr/>
        </p:nvSpPr>
        <p:spPr>
          <a:xfrm>
            <a:off x="0" y="99060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!!evs-5">
            <a:extLst>
              <a:ext uri="{FF2B5EF4-FFF2-40B4-BE49-F238E27FC236}">
                <a16:creationId xmlns:a16="http://schemas.microsoft.com/office/drawing/2014/main" id="{7E8198F1-3843-43A7-BCE8-F8F2073DC915}"/>
              </a:ext>
            </a:extLst>
          </p:cNvPr>
          <p:cNvSpPr>
            <a:spLocks noGrp="1"/>
          </p:cNvSpPr>
          <p:nvPr/>
        </p:nvSpPr>
        <p:spPr>
          <a:xfrm>
            <a:off x="0" y="150495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!!evs-6">
            <a:extLst>
              <a:ext uri="{FF2B5EF4-FFF2-40B4-BE49-F238E27FC236}">
                <a16:creationId xmlns:a16="http://schemas.microsoft.com/office/drawing/2014/main" id="{A1E0B327-8F29-4250-A479-1E49B3F5C7CD}"/>
              </a:ext>
            </a:extLst>
          </p:cNvPr>
          <p:cNvSpPr>
            <a:spLocks noGrp="1"/>
          </p:cNvSpPr>
          <p:nvPr/>
        </p:nvSpPr>
        <p:spPr>
          <a:xfrm>
            <a:off x="0" y="201930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!!evs-7">
            <a:extLst>
              <a:ext uri="{FF2B5EF4-FFF2-40B4-BE49-F238E27FC236}">
                <a16:creationId xmlns:a16="http://schemas.microsoft.com/office/drawing/2014/main" id="{D0FC1A78-221C-4601-90E7-C3B73C809096}"/>
              </a:ext>
            </a:extLst>
          </p:cNvPr>
          <p:cNvSpPr>
            <a:spLocks noGrp="1"/>
          </p:cNvSpPr>
          <p:nvPr/>
        </p:nvSpPr>
        <p:spPr>
          <a:xfrm>
            <a:off x="0" y="253365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!!evs-8">
            <a:extLst>
              <a:ext uri="{FF2B5EF4-FFF2-40B4-BE49-F238E27FC236}">
                <a16:creationId xmlns:a16="http://schemas.microsoft.com/office/drawing/2014/main" id="{4B33D8A2-9D26-4E55-A570-0F0BC0754B6B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!!evs-9">
            <a:extLst>
              <a:ext uri="{FF2B5EF4-FFF2-40B4-BE49-F238E27FC236}">
                <a16:creationId xmlns:a16="http://schemas.microsoft.com/office/drawing/2014/main" id="{2EC7CE67-00F2-48E8-A65E-C69A15101E97}"/>
              </a:ext>
            </a:extLst>
          </p:cNvPr>
          <p:cNvSpPr>
            <a:spLocks noGrp="1"/>
          </p:cNvSpPr>
          <p:nvPr/>
        </p:nvSpPr>
        <p:spPr>
          <a:xfrm>
            <a:off x="0" y="356235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!!evs-10">
            <a:extLst>
              <a:ext uri="{FF2B5EF4-FFF2-40B4-BE49-F238E27FC236}">
                <a16:creationId xmlns:a16="http://schemas.microsoft.com/office/drawing/2014/main" id="{7C91D761-4D50-487E-9703-E014C41E06E0}"/>
              </a:ext>
            </a:extLst>
          </p:cNvPr>
          <p:cNvSpPr>
            <a:spLocks noGrp="1"/>
          </p:cNvSpPr>
          <p:nvPr/>
        </p:nvSpPr>
        <p:spPr>
          <a:xfrm>
            <a:off x="0" y="407670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!!evs-11">
            <a:extLst>
              <a:ext uri="{FF2B5EF4-FFF2-40B4-BE49-F238E27FC236}">
                <a16:creationId xmlns:a16="http://schemas.microsoft.com/office/drawing/2014/main" id="{564498BE-5805-420B-B967-58F84CB92607}"/>
              </a:ext>
            </a:extLst>
          </p:cNvPr>
          <p:cNvSpPr>
            <a:spLocks noGrp="1"/>
          </p:cNvSpPr>
          <p:nvPr/>
        </p:nvSpPr>
        <p:spPr>
          <a:xfrm>
            <a:off x="0" y="459105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!!evs-12">
            <a:extLst>
              <a:ext uri="{FF2B5EF4-FFF2-40B4-BE49-F238E27FC236}">
                <a16:creationId xmlns:a16="http://schemas.microsoft.com/office/drawing/2014/main" id="{2A710823-211A-4B95-85D7-82595CAE2E89}"/>
              </a:ext>
            </a:extLst>
          </p:cNvPr>
          <p:cNvSpPr>
            <a:spLocks noGrp="1"/>
          </p:cNvSpPr>
          <p:nvPr/>
        </p:nvSpPr>
        <p:spPr>
          <a:xfrm>
            <a:off x="0" y="510540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!!evs-13">
            <a:extLst>
              <a:ext uri="{FF2B5EF4-FFF2-40B4-BE49-F238E27FC236}">
                <a16:creationId xmlns:a16="http://schemas.microsoft.com/office/drawing/2014/main" id="{3F848A76-9C53-42A4-9B8B-626A933C42A5}"/>
              </a:ext>
            </a:extLst>
          </p:cNvPr>
          <p:cNvSpPr>
            <a:spLocks noGrp="1"/>
          </p:cNvSpPr>
          <p:nvPr/>
        </p:nvSpPr>
        <p:spPr>
          <a:xfrm>
            <a:off x="0" y="561975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!!evs-14">
            <a:extLst>
              <a:ext uri="{FF2B5EF4-FFF2-40B4-BE49-F238E27FC236}">
                <a16:creationId xmlns:a16="http://schemas.microsoft.com/office/drawing/2014/main" id="{57EC29ED-5B71-4A91-835D-1606E4E25A72}"/>
              </a:ext>
            </a:extLst>
          </p:cNvPr>
          <p:cNvSpPr>
            <a:spLocks noGrp="1"/>
          </p:cNvSpPr>
          <p:nvPr/>
        </p:nvSpPr>
        <p:spPr>
          <a:xfrm>
            <a:off x="0" y="613410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!!evs-15">
            <a:extLst>
              <a:ext uri="{FF2B5EF4-FFF2-40B4-BE49-F238E27FC236}">
                <a16:creationId xmlns:a16="http://schemas.microsoft.com/office/drawing/2014/main" id="{73D99984-4B08-484D-8B34-FBD6CB389A53}"/>
              </a:ext>
            </a:extLst>
          </p:cNvPr>
          <p:cNvSpPr>
            <a:spLocks noGrp="1"/>
          </p:cNvSpPr>
          <p:nvPr/>
        </p:nvSpPr>
        <p:spPr>
          <a:xfrm>
            <a:off x="0" y="664845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!!evs-16">
            <a:extLst>
              <a:ext uri="{FF2B5EF4-FFF2-40B4-BE49-F238E27FC236}">
                <a16:creationId xmlns:a16="http://schemas.microsoft.com/office/drawing/2014/main" id="{B1DBF21B-E134-4910-A3E3-161A14979D23}"/>
              </a:ext>
            </a:extLst>
          </p:cNvPr>
          <p:cNvSpPr>
            <a:spLocks noGrp="1"/>
          </p:cNvSpPr>
          <p:nvPr/>
        </p:nvSpPr>
        <p:spPr>
          <a:xfrm>
            <a:off x="381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!!evs-17">
            <a:extLst>
              <a:ext uri="{FF2B5EF4-FFF2-40B4-BE49-F238E27FC236}">
                <a16:creationId xmlns:a16="http://schemas.microsoft.com/office/drawing/2014/main" id="{74AAA4C7-3BD4-4041-91EF-DDD454CC56C0}"/>
              </a:ext>
            </a:extLst>
          </p:cNvPr>
          <p:cNvSpPr>
            <a:spLocks noGrp="1"/>
          </p:cNvSpPr>
          <p:nvPr/>
        </p:nvSpPr>
        <p:spPr>
          <a:xfrm>
            <a:off x="1524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!!evs-18">
            <a:extLst>
              <a:ext uri="{FF2B5EF4-FFF2-40B4-BE49-F238E27FC236}">
                <a16:creationId xmlns:a16="http://schemas.microsoft.com/office/drawing/2014/main" id="{AEC7E939-8A73-4913-957B-1DF992AD0CFD}"/>
              </a:ext>
            </a:extLst>
          </p:cNvPr>
          <p:cNvSpPr>
            <a:spLocks noGrp="1"/>
          </p:cNvSpPr>
          <p:nvPr/>
        </p:nvSpPr>
        <p:spPr>
          <a:xfrm>
            <a:off x="2667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!!evs-19">
            <a:extLst>
              <a:ext uri="{FF2B5EF4-FFF2-40B4-BE49-F238E27FC236}">
                <a16:creationId xmlns:a16="http://schemas.microsoft.com/office/drawing/2014/main" id="{D6455841-64B1-417D-ACEB-9D5AB88C8969}"/>
              </a:ext>
            </a:extLst>
          </p:cNvPr>
          <p:cNvSpPr>
            <a:spLocks noGrp="1"/>
          </p:cNvSpPr>
          <p:nvPr/>
        </p:nvSpPr>
        <p:spPr>
          <a:xfrm>
            <a:off x="3810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!!evs-20">
            <a:extLst>
              <a:ext uri="{FF2B5EF4-FFF2-40B4-BE49-F238E27FC236}">
                <a16:creationId xmlns:a16="http://schemas.microsoft.com/office/drawing/2014/main" id="{1C7F8E06-121B-4E2C-AE74-9055FA60C7C3}"/>
              </a:ext>
            </a:extLst>
          </p:cNvPr>
          <p:cNvSpPr>
            <a:spLocks noGrp="1"/>
          </p:cNvSpPr>
          <p:nvPr/>
        </p:nvSpPr>
        <p:spPr>
          <a:xfrm>
            <a:off x="4953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!!evs-21">
            <a:extLst>
              <a:ext uri="{FF2B5EF4-FFF2-40B4-BE49-F238E27FC236}">
                <a16:creationId xmlns:a16="http://schemas.microsoft.com/office/drawing/2014/main" id="{A5A1CD44-6CBA-40CE-9E96-F54D42247CFC}"/>
              </a:ext>
            </a:extLst>
          </p:cNvPr>
          <p:cNvSpPr>
            <a:spLocks noGrp="1"/>
          </p:cNvSpPr>
          <p:nvPr/>
        </p:nvSpPr>
        <p:spPr>
          <a:xfrm>
            <a:off x="6096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2" name="!!evs-22">
            <a:extLst>
              <a:ext uri="{FF2B5EF4-FFF2-40B4-BE49-F238E27FC236}">
                <a16:creationId xmlns:a16="http://schemas.microsoft.com/office/drawing/2014/main" id="{5EEB1559-F8BC-496C-9083-86BD64664481}"/>
              </a:ext>
            </a:extLst>
          </p:cNvPr>
          <p:cNvSpPr>
            <a:spLocks noGrp="1"/>
          </p:cNvSpPr>
          <p:nvPr/>
        </p:nvSpPr>
        <p:spPr>
          <a:xfrm>
            <a:off x="7239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!!evs-23">
            <a:extLst>
              <a:ext uri="{FF2B5EF4-FFF2-40B4-BE49-F238E27FC236}">
                <a16:creationId xmlns:a16="http://schemas.microsoft.com/office/drawing/2014/main" id="{BF687707-E3E7-4B60-BA56-18CEE5E86EC1}"/>
              </a:ext>
            </a:extLst>
          </p:cNvPr>
          <p:cNvSpPr>
            <a:spLocks noGrp="1"/>
          </p:cNvSpPr>
          <p:nvPr/>
        </p:nvSpPr>
        <p:spPr>
          <a:xfrm>
            <a:off x="8382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4" name="!!evs-24">
            <a:extLst>
              <a:ext uri="{FF2B5EF4-FFF2-40B4-BE49-F238E27FC236}">
                <a16:creationId xmlns:a16="http://schemas.microsoft.com/office/drawing/2014/main" id="{FD3F7184-CF14-4F52-A0CE-157D5D74C469}"/>
              </a:ext>
            </a:extLst>
          </p:cNvPr>
          <p:cNvSpPr>
            <a:spLocks noGrp="1"/>
          </p:cNvSpPr>
          <p:nvPr/>
        </p:nvSpPr>
        <p:spPr>
          <a:xfrm>
            <a:off x="9525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5" name="!!evs-25">
            <a:extLst>
              <a:ext uri="{FF2B5EF4-FFF2-40B4-BE49-F238E27FC236}">
                <a16:creationId xmlns:a16="http://schemas.microsoft.com/office/drawing/2014/main" id="{43C0FE55-58A4-4BAC-B16F-909BC9918A38}"/>
              </a:ext>
            </a:extLst>
          </p:cNvPr>
          <p:cNvSpPr>
            <a:spLocks noGrp="1"/>
          </p:cNvSpPr>
          <p:nvPr/>
        </p:nvSpPr>
        <p:spPr>
          <a:xfrm>
            <a:off x="10668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6" name="!!evs-26">
            <a:extLst>
              <a:ext uri="{FF2B5EF4-FFF2-40B4-BE49-F238E27FC236}">
                <a16:creationId xmlns:a16="http://schemas.microsoft.com/office/drawing/2014/main" id="{DCE67FEE-BDF7-4EF3-8DFF-97855923434C}"/>
              </a:ext>
            </a:extLst>
          </p:cNvPr>
          <p:cNvSpPr>
            <a:spLocks noGrp="1"/>
          </p:cNvSpPr>
          <p:nvPr/>
        </p:nvSpPr>
        <p:spPr>
          <a:xfrm>
            <a:off x="11811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7" name="!!evs-27">
            <a:extLst>
              <a:ext uri="{FF2B5EF4-FFF2-40B4-BE49-F238E27FC236}">
                <a16:creationId xmlns:a16="http://schemas.microsoft.com/office/drawing/2014/main" id="{164E6376-B027-414B-9F21-44464EE838D5}"/>
              </a:ext>
            </a:extLst>
          </p:cNvPr>
          <p:cNvSpPr>
            <a:spLocks noGrp="1"/>
          </p:cNvSpPr>
          <p:nvPr/>
        </p:nvSpPr>
        <p:spPr>
          <a:xfrm>
            <a:off x="457200" y="238125"/>
            <a:ext cx="685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949"/>
          </a:bodyPr>
          <a:lstStyle/>
          <a:p>
            <a:pPr algn="l">
              <a:lnSpc>
                <a:spcPct val="100000"/>
              </a:lnSpc>
              <a:buNone/>
              <a:defRPr sz="39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EVS MODERN NEWSROOM</a:t>
            </a:r>
          </a:p>
        </p:txBody>
      </p:sp>
      <p:sp>
        <p:nvSpPr>
          <p:cNvPr id="28" name="!!evs-28">
            <a:extLst>
              <a:ext uri="{FF2B5EF4-FFF2-40B4-BE49-F238E27FC236}">
                <a16:creationId xmlns:a16="http://schemas.microsoft.com/office/drawing/2014/main" id="{1494665C-9BCF-4FC8-B1E3-CF45AA54A1A3}"/>
              </a:ext>
            </a:extLst>
          </p:cNvPr>
          <p:cNvSpPr>
            <a:spLocks noGrp="1"/>
          </p:cNvSpPr>
          <p:nvPr/>
        </p:nvSpPr>
        <p:spPr>
          <a:xfrm>
            <a:off x="476250" y="781050"/>
            <a:ext cx="581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958" lnSpcReduction="10000"/>
          </a:bodyPr>
          <a:lstStyle/>
          <a:p>
            <a:pPr algn="l">
              <a:lnSpc>
                <a:spcPct val="100000"/>
              </a:lnSpc>
              <a:buNone/>
              <a:defRPr sz="2400" b="0">
                <a:solidFill>
                  <a:srgbClr val="C7D9E5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0">
                <a:solidFill>
                  <a:srgbClr val="C7D9E5"/>
                </a:solidFill>
                <a:latin typeface="Aptos Display"/>
                <a:ea typeface="Aptos Display"/>
                <a:cs typeface="Aptos Display"/>
              </a:rPr>
              <a:t>Breaking News to Every Screen</a:t>
            </a:r>
          </a:p>
        </p:txBody>
      </p:sp>
      <p:sp>
        <p:nvSpPr>
          <p:cNvPr id="29" name="!!evs-29">
            <a:extLst>
              <a:ext uri="{FF2B5EF4-FFF2-40B4-BE49-F238E27FC236}">
                <a16:creationId xmlns:a16="http://schemas.microsoft.com/office/drawing/2014/main" id="{990683BE-A8D8-4434-8377-E38D422B7696}"/>
              </a:ext>
            </a:extLst>
          </p:cNvPr>
          <p:cNvSpPr>
            <a:spLocks noGrp="1"/>
          </p:cNvSpPr>
          <p:nvPr/>
        </p:nvSpPr>
        <p:spPr>
          <a:xfrm>
            <a:off x="476250" y="1257300"/>
            <a:ext cx="514350" cy="38100"/>
          </a:xfrm>
          <a:prstGeom prst="rect">
            <a:avLst/>
          </a:prstGeom>
          <a:solidFill>
            <a:srgbClr val="58D9FF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0" name="!!evs-30">
            <a:extLst>
              <a:ext uri="{FF2B5EF4-FFF2-40B4-BE49-F238E27FC236}">
                <a16:creationId xmlns:a16="http://schemas.microsoft.com/office/drawing/2014/main" id="{16FC656B-833A-4FC1-ACDF-BCBF1EA63D98}"/>
              </a:ext>
            </a:extLst>
          </p:cNvPr>
          <p:cNvSpPr>
            <a:spLocks noGrp="1"/>
          </p:cNvSpPr>
          <p:nvPr/>
        </p:nvSpPr>
        <p:spPr>
          <a:xfrm>
            <a:off x="476250" y="1381125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CONNECT  •  CREATE  •  COLLABORATE  •  DELIVER  •  TOGETHER</a:t>
            </a:r>
          </a:p>
        </p:txBody>
      </p:sp>
      <p:sp>
        <p:nvSpPr>
          <p:cNvPr id="407" name="!!spotlight"/>
          <p:cNvSpPr/>
          <p:nvPr/>
        </p:nvSpPr>
        <p:spPr>
          <a:xfrm>
            <a:off x="351663" y="1682496"/>
            <a:ext cx="1335024" cy="2157984"/>
          </a:xfrm>
          <a:prstGeom prst="rect">
            <a:avLst/>
          </a:prstGeom>
          <a:solidFill>
            <a:srgbClr val="073146">
              <a:alpha val="62000"/>
            </a:srgbClr>
          </a:solidFill>
          <a:ln w="15240">
            <a:solidFill>
              <a:srgbClr val="5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!!evs-31">
            <a:extLst>
              <a:ext uri="{FF2B5EF4-FFF2-40B4-BE49-F238E27FC236}">
                <a16:creationId xmlns:a16="http://schemas.microsoft.com/office/drawing/2014/main" id="{7558E714-D82A-452A-91C8-B01F564D17CD}"/>
              </a:ext>
            </a:extLst>
          </p:cNvPr>
          <p:cNvSpPr>
            <a:spLocks noGrp="1"/>
          </p:cNvSpPr>
          <p:nvPr/>
        </p:nvSpPr>
        <p:spPr>
          <a:xfrm>
            <a:off x="805434" y="1846034"/>
            <a:ext cx="427482" cy="427482"/>
          </a:xfrm>
          <a:prstGeom prst="ellipse">
            <a:avLst/>
          </a:prstGeom>
          <a:solidFill>
            <a:srgbClr val="041522"/>
          </a:solidFill>
          <a:ln w="33020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2" name="!!evs-32">
            <a:extLst>
              <a:ext uri="{FF2B5EF4-FFF2-40B4-BE49-F238E27FC236}">
                <a16:creationId xmlns:a16="http://schemas.microsoft.com/office/drawing/2014/main" id="{5D1945B0-A154-4AED-9AE1-3F7EB970CEF9}"/>
              </a:ext>
            </a:extLst>
          </p:cNvPr>
          <p:cNvSpPr>
            <a:spLocks noGrp="1"/>
          </p:cNvSpPr>
          <p:nvPr/>
        </p:nvSpPr>
        <p:spPr>
          <a:xfrm>
            <a:off x="805434" y="1860131"/>
            <a:ext cx="427482" cy="3897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AE"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pic>
        <p:nvPicPr>
          <p:cNvPr id="33" name="!!evs-3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62000" y="2270275"/>
            <a:ext cx="514350" cy="514350"/>
          </a:xfrm>
          <a:prstGeom prst="rect">
            <a:avLst/>
          </a:prstGeom>
        </p:spPr>
      </p:pic>
      <p:sp>
        <p:nvSpPr>
          <p:cNvPr id="34" name="!!evs-34">
            <a:extLst>
              <a:ext uri="{FF2B5EF4-FFF2-40B4-BE49-F238E27FC236}">
                <a16:creationId xmlns:a16="http://schemas.microsoft.com/office/drawing/2014/main" id="{BB7D28C4-885C-43E6-8DA1-6CD319B97023}"/>
              </a:ext>
            </a:extLst>
          </p:cNvPr>
          <p:cNvSpPr>
            <a:spLocks noGrp="1"/>
          </p:cNvSpPr>
          <p:nvPr/>
        </p:nvSpPr>
        <p:spPr>
          <a:xfrm>
            <a:off x="3429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ACQUIRE</a:t>
            </a:r>
          </a:p>
        </p:txBody>
      </p:sp>
      <p:sp>
        <p:nvSpPr>
          <p:cNvPr id="35" name="!!evs-35">
            <a:extLst>
              <a:ext uri="{FF2B5EF4-FFF2-40B4-BE49-F238E27FC236}">
                <a16:creationId xmlns:a16="http://schemas.microsoft.com/office/drawing/2014/main" id="{D54A1786-15F2-4BE5-BA52-FBDFCAB5B5CC}"/>
              </a:ext>
            </a:extLst>
          </p:cNvPr>
          <p:cNvSpPr>
            <a:spLocks noGrp="1"/>
          </p:cNvSpPr>
          <p:nvPr/>
        </p:nvSpPr>
        <p:spPr>
          <a:xfrm>
            <a:off x="3810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DDF5FF"/>
                </a:solidFill>
                <a:latin typeface="Aptos"/>
                <a:ea typeface="Aptos"/>
                <a:cs typeface="Aptos"/>
              </a:defRPr>
            </a:pPr>
            <a:r>
              <a:rPr lang="en-US" sz="1402" b="0">
                <a:solidFill>
                  <a:srgbClr val="DDF5FF"/>
                </a:solidFill>
                <a:latin typeface="Aptos"/>
                <a:ea typeface="Aptos"/>
                <a:cs typeface="Aptos"/>
              </a:rPr>
              <a:t>Agency + field feeds</a:t>
            </a:r>
          </a:p>
        </p:txBody>
      </p:sp>
      <p:sp>
        <p:nvSpPr>
          <p:cNvPr id="36" name="!!evs-36">
            <a:extLst>
              <a:ext uri="{FF2B5EF4-FFF2-40B4-BE49-F238E27FC236}">
                <a16:creationId xmlns:a16="http://schemas.microsoft.com/office/drawing/2014/main" id="{47BA7C1D-1FA0-41F0-AF82-CA573CA04DC8}"/>
              </a:ext>
            </a:extLst>
          </p:cNvPr>
          <p:cNvSpPr>
            <a:spLocks noGrp="1"/>
          </p:cNvSpPr>
          <p:nvPr/>
        </p:nvSpPr>
        <p:spPr>
          <a:xfrm>
            <a:off x="17430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7" name="!!evs-37">
            <a:extLst>
              <a:ext uri="{FF2B5EF4-FFF2-40B4-BE49-F238E27FC236}">
                <a16:creationId xmlns:a16="http://schemas.microsoft.com/office/drawing/2014/main" id="{1F8070E3-C562-4719-8608-C5DD3AF0CAE3}"/>
              </a:ext>
            </a:extLst>
          </p:cNvPr>
          <p:cNvSpPr>
            <a:spLocks noGrp="1"/>
          </p:cNvSpPr>
          <p:nvPr/>
        </p:nvSpPr>
        <p:spPr>
          <a:xfrm>
            <a:off x="16954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38" name="!!evs-38">
            <a:extLst>
              <a:ext uri="{FF2B5EF4-FFF2-40B4-BE49-F238E27FC236}">
                <a16:creationId xmlns:a16="http://schemas.microsoft.com/office/drawing/2014/main" id="{CA358604-4851-48BF-94D9-F84AEED215A2}"/>
              </a:ext>
            </a:extLst>
          </p:cNvPr>
          <p:cNvSpPr>
            <a:spLocks noGrp="1"/>
          </p:cNvSpPr>
          <p:nvPr/>
        </p:nvSpPr>
        <p:spPr>
          <a:xfrm>
            <a:off x="23431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9" name="!!evs-39">
            <a:extLst>
              <a:ext uri="{FF2B5EF4-FFF2-40B4-BE49-F238E27FC236}">
                <a16:creationId xmlns:a16="http://schemas.microsoft.com/office/drawing/2014/main" id="{8E66C420-89DB-47F8-A294-948B4DFAC178}"/>
              </a:ext>
            </a:extLst>
          </p:cNvPr>
          <p:cNvSpPr>
            <a:spLocks noGrp="1"/>
          </p:cNvSpPr>
          <p:nvPr/>
        </p:nvSpPr>
        <p:spPr>
          <a:xfrm>
            <a:off x="23431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AE"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pic>
        <p:nvPicPr>
          <p:cNvPr id="40" name="!!evs-40"/>
          <p:cNvPicPr>
            <a:picLocks noChangeAspect="1"/>
          </p:cNvPicPr>
          <p:nvPr/>
        </p:nvPicPr>
        <p:blipFill>
          <a:blip r:embed="rId5">
            <a:alphaModFix amt="38000"/>
          </a:blip>
          <a:stretch/>
        </p:blipFill>
        <p:spPr>
          <a:xfrm>
            <a:off x="2314575" y="2266950"/>
            <a:ext cx="381000" cy="381000"/>
          </a:xfrm>
          <a:prstGeom prst="rect">
            <a:avLst/>
          </a:prstGeom>
        </p:spPr>
      </p:pic>
      <p:sp>
        <p:nvSpPr>
          <p:cNvPr id="41" name="!!evs-41">
            <a:extLst>
              <a:ext uri="{FF2B5EF4-FFF2-40B4-BE49-F238E27FC236}">
                <a16:creationId xmlns:a16="http://schemas.microsoft.com/office/drawing/2014/main" id="{CCDDABA5-E0F5-4162-8E33-0130E1F1B460}"/>
              </a:ext>
            </a:extLst>
          </p:cNvPr>
          <p:cNvSpPr>
            <a:spLocks noGrp="1"/>
          </p:cNvSpPr>
          <p:nvPr/>
        </p:nvSpPr>
        <p:spPr>
          <a:xfrm>
            <a:off x="18288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MANAGE</a:t>
            </a:r>
          </a:p>
        </p:txBody>
      </p:sp>
      <p:sp>
        <p:nvSpPr>
          <p:cNvPr id="42" name="!!evs-42">
            <a:extLst>
              <a:ext uri="{FF2B5EF4-FFF2-40B4-BE49-F238E27FC236}">
                <a16:creationId xmlns:a16="http://schemas.microsoft.com/office/drawing/2014/main" id="{870CFA1D-8E04-4401-AAD3-2977807267A9}"/>
              </a:ext>
            </a:extLst>
          </p:cNvPr>
          <p:cNvSpPr>
            <a:spLocks noGrp="1"/>
          </p:cNvSpPr>
          <p:nvPr/>
        </p:nvSpPr>
        <p:spPr>
          <a:xfrm>
            <a:off x="18669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lang="en-US"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IDs • rights • verification</a:t>
            </a:r>
          </a:p>
        </p:txBody>
      </p:sp>
      <p:sp>
        <p:nvSpPr>
          <p:cNvPr id="43" name="!!evs-43">
            <a:extLst>
              <a:ext uri="{FF2B5EF4-FFF2-40B4-BE49-F238E27FC236}">
                <a16:creationId xmlns:a16="http://schemas.microsoft.com/office/drawing/2014/main" id="{ECF519D7-737B-40C4-8C19-2425DC183974}"/>
              </a:ext>
            </a:extLst>
          </p:cNvPr>
          <p:cNvSpPr>
            <a:spLocks noGrp="1"/>
          </p:cNvSpPr>
          <p:nvPr/>
        </p:nvSpPr>
        <p:spPr>
          <a:xfrm>
            <a:off x="32289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4" name="!!evs-44">
            <a:extLst>
              <a:ext uri="{FF2B5EF4-FFF2-40B4-BE49-F238E27FC236}">
                <a16:creationId xmlns:a16="http://schemas.microsoft.com/office/drawing/2014/main" id="{1FF76AD1-C273-445C-8113-9B176818EC9B}"/>
              </a:ext>
            </a:extLst>
          </p:cNvPr>
          <p:cNvSpPr>
            <a:spLocks noGrp="1"/>
          </p:cNvSpPr>
          <p:nvPr/>
        </p:nvSpPr>
        <p:spPr>
          <a:xfrm>
            <a:off x="31813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AE"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45" name="!!evs-45">
            <a:extLst>
              <a:ext uri="{FF2B5EF4-FFF2-40B4-BE49-F238E27FC236}">
                <a16:creationId xmlns:a16="http://schemas.microsoft.com/office/drawing/2014/main" id="{FF8E7A6C-95C8-4FC6-B3D7-D6EB10C059E4}"/>
              </a:ext>
            </a:extLst>
          </p:cNvPr>
          <p:cNvSpPr>
            <a:spLocks noGrp="1"/>
          </p:cNvSpPr>
          <p:nvPr/>
        </p:nvSpPr>
        <p:spPr>
          <a:xfrm>
            <a:off x="38290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6" name="!!evs-46">
            <a:extLst>
              <a:ext uri="{FF2B5EF4-FFF2-40B4-BE49-F238E27FC236}">
                <a16:creationId xmlns:a16="http://schemas.microsoft.com/office/drawing/2014/main" id="{14B92156-D60C-4970-86D9-C0A039AD03EA}"/>
              </a:ext>
            </a:extLst>
          </p:cNvPr>
          <p:cNvSpPr>
            <a:spLocks noGrp="1"/>
          </p:cNvSpPr>
          <p:nvPr/>
        </p:nvSpPr>
        <p:spPr>
          <a:xfrm>
            <a:off x="38290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AE"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pic>
        <p:nvPicPr>
          <p:cNvPr id="47" name="!!evs-47"/>
          <p:cNvPicPr>
            <a:picLocks noChangeAspect="1"/>
          </p:cNvPicPr>
          <p:nvPr/>
        </p:nvPicPr>
        <p:blipFill>
          <a:blip r:embed="rId6">
            <a:alphaModFix amt="38000"/>
          </a:blip>
          <a:stretch/>
        </p:blipFill>
        <p:spPr>
          <a:xfrm>
            <a:off x="3800475" y="2266950"/>
            <a:ext cx="381000" cy="381000"/>
          </a:xfrm>
          <a:prstGeom prst="rect">
            <a:avLst/>
          </a:prstGeom>
        </p:spPr>
      </p:pic>
      <p:sp>
        <p:nvSpPr>
          <p:cNvPr id="48" name="!!evs-48">
            <a:extLst>
              <a:ext uri="{FF2B5EF4-FFF2-40B4-BE49-F238E27FC236}">
                <a16:creationId xmlns:a16="http://schemas.microsoft.com/office/drawing/2014/main" id="{D970A5C3-2204-4DB5-81BC-602A5D54C700}"/>
              </a:ext>
            </a:extLst>
          </p:cNvPr>
          <p:cNvSpPr>
            <a:spLocks noGrp="1"/>
          </p:cNvSpPr>
          <p:nvPr/>
        </p:nvSpPr>
        <p:spPr>
          <a:xfrm>
            <a:off x="33147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DISCOVER</a:t>
            </a:r>
          </a:p>
        </p:txBody>
      </p:sp>
      <p:sp>
        <p:nvSpPr>
          <p:cNvPr id="49" name="!!evs-49">
            <a:extLst>
              <a:ext uri="{FF2B5EF4-FFF2-40B4-BE49-F238E27FC236}">
                <a16:creationId xmlns:a16="http://schemas.microsoft.com/office/drawing/2014/main" id="{74CA5162-9CC4-4954-9EAB-A1BF05A4755E}"/>
              </a:ext>
            </a:extLst>
          </p:cNvPr>
          <p:cNvSpPr>
            <a:spLocks noGrp="1"/>
          </p:cNvSpPr>
          <p:nvPr/>
        </p:nvSpPr>
        <p:spPr>
          <a:xfrm>
            <a:off x="33528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681"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lang="en-US"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Browse • search • archive</a:t>
            </a:r>
          </a:p>
        </p:txBody>
      </p:sp>
      <p:sp>
        <p:nvSpPr>
          <p:cNvPr id="50" name="!!evs-50">
            <a:extLst>
              <a:ext uri="{FF2B5EF4-FFF2-40B4-BE49-F238E27FC236}">
                <a16:creationId xmlns:a16="http://schemas.microsoft.com/office/drawing/2014/main" id="{354E84AC-3A46-40B3-B616-71EE602F7BE4}"/>
              </a:ext>
            </a:extLst>
          </p:cNvPr>
          <p:cNvSpPr>
            <a:spLocks noGrp="1"/>
          </p:cNvSpPr>
          <p:nvPr/>
        </p:nvSpPr>
        <p:spPr>
          <a:xfrm>
            <a:off x="47148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1" name="!!evs-51">
            <a:extLst>
              <a:ext uri="{FF2B5EF4-FFF2-40B4-BE49-F238E27FC236}">
                <a16:creationId xmlns:a16="http://schemas.microsoft.com/office/drawing/2014/main" id="{BD78408E-8202-42F3-8A3B-0459F6167A64}"/>
              </a:ext>
            </a:extLst>
          </p:cNvPr>
          <p:cNvSpPr>
            <a:spLocks noGrp="1"/>
          </p:cNvSpPr>
          <p:nvPr/>
        </p:nvSpPr>
        <p:spPr>
          <a:xfrm>
            <a:off x="46672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AE"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52" name="!!evs-52">
            <a:extLst>
              <a:ext uri="{FF2B5EF4-FFF2-40B4-BE49-F238E27FC236}">
                <a16:creationId xmlns:a16="http://schemas.microsoft.com/office/drawing/2014/main" id="{560FA54A-32F6-4287-A880-738AE8C1A8DF}"/>
              </a:ext>
            </a:extLst>
          </p:cNvPr>
          <p:cNvSpPr>
            <a:spLocks noGrp="1"/>
          </p:cNvSpPr>
          <p:nvPr/>
        </p:nvSpPr>
        <p:spPr>
          <a:xfrm>
            <a:off x="53149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3" name="!!evs-53">
            <a:extLst>
              <a:ext uri="{FF2B5EF4-FFF2-40B4-BE49-F238E27FC236}">
                <a16:creationId xmlns:a16="http://schemas.microsoft.com/office/drawing/2014/main" id="{15EBE860-92BD-46AB-AC79-3CE674E79315}"/>
              </a:ext>
            </a:extLst>
          </p:cNvPr>
          <p:cNvSpPr>
            <a:spLocks noGrp="1"/>
          </p:cNvSpPr>
          <p:nvPr/>
        </p:nvSpPr>
        <p:spPr>
          <a:xfrm>
            <a:off x="53149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AE"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pic>
        <p:nvPicPr>
          <p:cNvPr id="54" name="!!evs-54"/>
          <p:cNvPicPr>
            <a:picLocks noChangeAspect="1"/>
          </p:cNvPicPr>
          <p:nvPr/>
        </p:nvPicPr>
        <p:blipFill>
          <a:blip r:embed="rId7">
            <a:alphaModFix amt="38000"/>
          </a:blip>
          <a:stretch/>
        </p:blipFill>
        <p:spPr>
          <a:xfrm>
            <a:off x="5286375" y="2266950"/>
            <a:ext cx="381000" cy="381000"/>
          </a:xfrm>
          <a:prstGeom prst="rect">
            <a:avLst/>
          </a:prstGeom>
        </p:spPr>
      </p:pic>
      <p:sp>
        <p:nvSpPr>
          <p:cNvPr id="55" name="!!evs-55">
            <a:extLst>
              <a:ext uri="{FF2B5EF4-FFF2-40B4-BE49-F238E27FC236}">
                <a16:creationId xmlns:a16="http://schemas.microsoft.com/office/drawing/2014/main" id="{BAC3CF60-05BB-4CDE-A37D-749093B76809}"/>
              </a:ext>
            </a:extLst>
          </p:cNvPr>
          <p:cNvSpPr>
            <a:spLocks noGrp="1"/>
          </p:cNvSpPr>
          <p:nvPr/>
        </p:nvSpPr>
        <p:spPr>
          <a:xfrm>
            <a:off x="48006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CREATE</a:t>
            </a:r>
          </a:p>
        </p:txBody>
      </p:sp>
      <p:sp>
        <p:nvSpPr>
          <p:cNvPr id="56" name="!!evs-56">
            <a:extLst>
              <a:ext uri="{FF2B5EF4-FFF2-40B4-BE49-F238E27FC236}">
                <a16:creationId xmlns:a16="http://schemas.microsoft.com/office/drawing/2014/main" id="{5F06D6D3-C72D-4A46-A5FD-72B86FE37B3D}"/>
              </a:ext>
            </a:extLst>
          </p:cNvPr>
          <p:cNvSpPr>
            <a:spLocks noGrp="1"/>
          </p:cNvSpPr>
          <p:nvPr/>
        </p:nvSpPr>
        <p:spPr>
          <a:xfrm>
            <a:off x="48387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lang="en-US"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Fast-turn clips + edits</a:t>
            </a:r>
          </a:p>
        </p:txBody>
      </p:sp>
      <p:sp>
        <p:nvSpPr>
          <p:cNvPr id="57" name="!!evs-57">
            <a:extLst>
              <a:ext uri="{FF2B5EF4-FFF2-40B4-BE49-F238E27FC236}">
                <a16:creationId xmlns:a16="http://schemas.microsoft.com/office/drawing/2014/main" id="{10883198-CAF9-4058-8B32-EE9A2975D160}"/>
              </a:ext>
            </a:extLst>
          </p:cNvPr>
          <p:cNvSpPr>
            <a:spLocks noGrp="1"/>
          </p:cNvSpPr>
          <p:nvPr/>
        </p:nvSpPr>
        <p:spPr>
          <a:xfrm>
            <a:off x="62007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8" name="!!evs-58">
            <a:extLst>
              <a:ext uri="{FF2B5EF4-FFF2-40B4-BE49-F238E27FC236}">
                <a16:creationId xmlns:a16="http://schemas.microsoft.com/office/drawing/2014/main" id="{F91C721F-9EC8-4350-881C-ECD94A1460E9}"/>
              </a:ext>
            </a:extLst>
          </p:cNvPr>
          <p:cNvSpPr>
            <a:spLocks noGrp="1"/>
          </p:cNvSpPr>
          <p:nvPr/>
        </p:nvSpPr>
        <p:spPr>
          <a:xfrm>
            <a:off x="61531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AE"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59" name="!!evs-59">
            <a:extLst>
              <a:ext uri="{FF2B5EF4-FFF2-40B4-BE49-F238E27FC236}">
                <a16:creationId xmlns:a16="http://schemas.microsoft.com/office/drawing/2014/main" id="{0BD1D863-CD98-4BC4-83F2-5D8604CD4EF7}"/>
              </a:ext>
            </a:extLst>
          </p:cNvPr>
          <p:cNvSpPr>
            <a:spLocks noGrp="1"/>
          </p:cNvSpPr>
          <p:nvPr/>
        </p:nvSpPr>
        <p:spPr>
          <a:xfrm>
            <a:off x="68008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0" name="!!evs-60">
            <a:extLst>
              <a:ext uri="{FF2B5EF4-FFF2-40B4-BE49-F238E27FC236}">
                <a16:creationId xmlns:a16="http://schemas.microsoft.com/office/drawing/2014/main" id="{8A7CD8CF-D055-474C-B37B-73881EDCF42D}"/>
              </a:ext>
            </a:extLst>
          </p:cNvPr>
          <p:cNvSpPr>
            <a:spLocks noGrp="1"/>
          </p:cNvSpPr>
          <p:nvPr/>
        </p:nvSpPr>
        <p:spPr>
          <a:xfrm>
            <a:off x="68008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AE"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pic>
        <p:nvPicPr>
          <p:cNvPr id="61" name="!!evs-61"/>
          <p:cNvPicPr>
            <a:picLocks noChangeAspect="1"/>
          </p:cNvPicPr>
          <p:nvPr/>
        </p:nvPicPr>
        <p:blipFill>
          <a:blip r:embed="rId8">
            <a:alphaModFix amt="38000"/>
          </a:blip>
          <a:stretch/>
        </p:blipFill>
        <p:spPr>
          <a:xfrm>
            <a:off x="6772275" y="2266950"/>
            <a:ext cx="381000" cy="381000"/>
          </a:xfrm>
          <a:prstGeom prst="rect">
            <a:avLst/>
          </a:prstGeom>
        </p:spPr>
      </p:pic>
      <p:sp>
        <p:nvSpPr>
          <p:cNvPr id="62" name="!!evs-62">
            <a:extLst>
              <a:ext uri="{FF2B5EF4-FFF2-40B4-BE49-F238E27FC236}">
                <a16:creationId xmlns:a16="http://schemas.microsoft.com/office/drawing/2014/main" id="{8F2525E9-80A5-49BF-AD21-471BDAA4739A}"/>
              </a:ext>
            </a:extLst>
          </p:cNvPr>
          <p:cNvSpPr>
            <a:spLocks noGrp="1"/>
          </p:cNvSpPr>
          <p:nvPr/>
        </p:nvSpPr>
        <p:spPr>
          <a:xfrm>
            <a:off x="62865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97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COLLABORATE</a:t>
            </a:r>
          </a:p>
        </p:txBody>
      </p:sp>
      <p:sp>
        <p:nvSpPr>
          <p:cNvPr id="63" name="!!evs-63">
            <a:extLst>
              <a:ext uri="{FF2B5EF4-FFF2-40B4-BE49-F238E27FC236}">
                <a16:creationId xmlns:a16="http://schemas.microsoft.com/office/drawing/2014/main" id="{E36A47E3-2F58-4AD8-8713-172646A72155}"/>
              </a:ext>
            </a:extLst>
          </p:cNvPr>
          <p:cNvSpPr>
            <a:spLocks noGrp="1"/>
          </p:cNvSpPr>
          <p:nvPr/>
        </p:nvSpPr>
        <p:spPr>
          <a:xfrm>
            <a:off x="63246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681"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lang="en-US"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Rundown • approvals • status</a:t>
            </a:r>
          </a:p>
        </p:txBody>
      </p:sp>
      <p:sp>
        <p:nvSpPr>
          <p:cNvPr id="64" name="!!evs-64">
            <a:extLst>
              <a:ext uri="{FF2B5EF4-FFF2-40B4-BE49-F238E27FC236}">
                <a16:creationId xmlns:a16="http://schemas.microsoft.com/office/drawing/2014/main" id="{AEF3FC3D-94E7-4D10-9647-5041BEFD47D1}"/>
              </a:ext>
            </a:extLst>
          </p:cNvPr>
          <p:cNvSpPr>
            <a:spLocks noGrp="1"/>
          </p:cNvSpPr>
          <p:nvPr/>
        </p:nvSpPr>
        <p:spPr>
          <a:xfrm>
            <a:off x="76866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5" name="!!evs-65">
            <a:extLst>
              <a:ext uri="{FF2B5EF4-FFF2-40B4-BE49-F238E27FC236}">
                <a16:creationId xmlns:a16="http://schemas.microsoft.com/office/drawing/2014/main" id="{B886F13F-5C88-4943-A01B-C6A67FA3E5F4}"/>
              </a:ext>
            </a:extLst>
          </p:cNvPr>
          <p:cNvSpPr>
            <a:spLocks noGrp="1"/>
          </p:cNvSpPr>
          <p:nvPr/>
        </p:nvSpPr>
        <p:spPr>
          <a:xfrm>
            <a:off x="76390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AE"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66" name="!!evs-66">
            <a:extLst>
              <a:ext uri="{FF2B5EF4-FFF2-40B4-BE49-F238E27FC236}">
                <a16:creationId xmlns:a16="http://schemas.microsoft.com/office/drawing/2014/main" id="{087824FA-B3D0-4C31-BB76-3C723980F095}"/>
              </a:ext>
            </a:extLst>
          </p:cNvPr>
          <p:cNvSpPr>
            <a:spLocks noGrp="1"/>
          </p:cNvSpPr>
          <p:nvPr/>
        </p:nvSpPr>
        <p:spPr>
          <a:xfrm>
            <a:off x="82867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7" name="!!evs-67">
            <a:extLst>
              <a:ext uri="{FF2B5EF4-FFF2-40B4-BE49-F238E27FC236}">
                <a16:creationId xmlns:a16="http://schemas.microsoft.com/office/drawing/2014/main" id="{C41E1F2F-B7AD-4175-897D-1FF8060706E5}"/>
              </a:ext>
            </a:extLst>
          </p:cNvPr>
          <p:cNvSpPr>
            <a:spLocks noGrp="1"/>
          </p:cNvSpPr>
          <p:nvPr/>
        </p:nvSpPr>
        <p:spPr>
          <a:xfrm>
            <a:off x="82867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AE"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pic>
        <p:nvPicPr>
          <p:cNvPr id="68" name="!!evs-68"/>
          <p:cNvPicPr>
            <a:picLocks noChangeAspect="1"/>
          </p:cNvPicPr>
          <p:nvPr/>
        </p:nvPicPr>
        <p:blipFill>
          <a:blip r:embed="rId9">
            <a:alphaModFix amt="38000"/>
          </a:blip>
          <a:stretch/>
        </p:blipFill>
        <p:spPr>
          <a:xfrm>
            <a:off x="8258175" y="2266950"/>
            <a:ext cx="381000" cy="381000"/>
          </a:xfrm>
          <a:prstGeom prst="rect">
            <a:avLst/>
          </a:prstGeom>
        </p:spPr>
      </p:pic>
      <p:sp>
        <p:nvSpPr>
          <p:cNvPr id="69" name="!!evs-69">
            <a:extLst>
              <a:ext uri="{FF2B5EF4-FFF2-40B4-BE49-F238E27FC236}">
                <a16:creationId xmlns:a16="http://schemas.microsoft.com/office/drawing/2014/main" id="{99F95D8A-DAD1-47EE-BF12-8962197F2B3E}"/>
              </a:ext>
            </a:extLst>
          </p:cNvPr>
          <p:cNvSpPr>
            <a:spLocks noGrp="1"/>
          </p:cNvSpPr>
          <p:nvPr/>
        </p:nvSpPr>
        <p:spPr>
          <a:xfrm>
            <a:off x="77724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ENRICH</a:t>
            </a:r>
          </a:p>
        </p:txBody>
      </p:sp>
      <p:sp>
        <p:nvSpPr>
          <p:cNvPr id="70" name="!!evs-70">
            <a:extLst>
              <a:ext uri="{FF2B5EF4-FFF2-40B4-BE49-F238E27FC236}">
                <a16:creationId xmlns:a16="http://schemas.microsoft.com/office/drawing/2014/main" id="{CA89AC6B-410B-441E-8561-D0511D7AC054}"/>
              </a:ext>
            </a:extLst>
          </p:cNvPr>
          <p:cNvSpPr>
            <a:spLocks noGrp="1"/>
          </p:cNvSpPr>
          <p:nvPr/>
        </p:nvSpPr>
        <p:spPr>
          <a:xfrm>
            <a:off x="78105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681"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lang="en-US"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Graphics • captions • automation</a:t>
            </a:r>
          </a:p>
        </p:txBody>
      </p:sp>
      <p:sp>
        <p:nvSpPr>
          <p:cNvPr id="71" name="!!evs-71">
            <a:extLst>
              <a:ext uri="{FF2B5EF4-FFF2-40B4-BE49-F238E27FC236}">
                <a16:creationId xmlns:a16="http://schemas.microsoft.com/office/drawing/2014/main" id="{3969CE09-7356-4DD9-99A1-9CC15041CE1A}"/>
              </a:ext>
            </a:extLst>
          </p:cNvPr>
          <p:cNvSpPr>
            <a:spLocks noGrp="1"/>
          </p:cNvSpPr>
          <p:nvPr/>
        </p:nvSpPr>
        <p:spPr>
          <a:xfrm>
            <a:off x="91725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2" name="!!evs-72">
            <a:extLst>
              <a:ext uri="{FF2B5EF4-FFF2-40B4-BE49-F238E27FC236}">
                <a16:creationId xmlns:a16="http://schemas.microsoft.com/office/drawing/2014/main" id="{1F0A3DDF-1FE6-4C42-8E83-C5778A02ADCB}"/>
              </a:ext>
            </a:extLst>
          </p:cNvPr>
          <p:cNvSpPr>
            <a:spLocks noGrp="1"/>
          </p:cNvSpPr>
          <p:nvPr/>
        </p:nvSpPr>
        <p:spPr>
          <a:xfrm>
            <a:off x="91249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AE"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73" name="!!evs-73">
            <a:extLst>
              <a:ext uri="{FF2B5EF4-FFF2-40B4-BE49-F238E27FC236}">
                <a16:creationId xmlns:a16="http://schemas.microsoft.com/office/drawing/2014/main" id="{E3A13548-8DEC-4242-A4C4-807BC8AA539D}"/>
              </a:ext>
            </a:extLst>
          </p:cNvPr>
          <p:cNvSpPr>
            <a:spLocks noGrp="1"/>
          </p:cNvSpPr>
          <p:nvPr/>
        </p:nvSpPr>
        <p:spPr>
          <a:xfrm>
            <a:off x="97726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4" name="!!evs-74">
            <a:extLst>
              <a:ext uri="{FF2B5EF4-FFF2-40B4-BE49-F238E27FC236}">
                <a16:creationId xmlns:a16="http://schemas.microsoft.com/office/drawing/2014/main" id="{76479C2D-43B9-4420-9187-9F75D04020B2}"/>
              </a:ext>
            </a:extLst>
          </p:cNvPr>
          <p:cNvSpPr>
            <a:spLocks noGrp="1"/>
          </p:cNvSpPr>
          <p:nvPr/>
        </p:nvSpPr>
        <p:spPr>
          <a:xfrm>
            <a:off x="97726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AE"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7</a:t>
            </a:r>
          </a:p>
        </p:txBody>
      </p:sp>
      <p:pic>
        <p:nvPicPr>
          <p:cNvPr id="75" name="!!evs-75"/>
          <p:cNvPicPr>
            <a:picLocks noChangeAspect="1"/>
          </p:cNvPicPr>
          <p:nvPr/>
        </p:nvPicPr>
        <p:blipFill>
          <a:blip r:embed="rId10">
            <a:alphaModFix amt="38000"/>
          </a:blip>
          <a:stretch/>
        </p:blipFill>
        <p:spPr>
          <a:xfrm>
            <a:off x="9744075" y="2266950"/>
            <a:ext cx="381000" cy="381000"/>
          </a:xfrm>
          <a:prstGeom prst="rect">
            <a:avLst/>
          </a:prstGeom>
        </p:spPr>
      </p:pic>
      <p:sp>
        <p:nvSpPr>
          <p:cNvPr id="76" name="!!evs-76">
            <a:extLst>
              <a:ext uri="{FF2B5EF4-FFF2-40B4-BE49-F238E27FC236}">
                <a16:creationId xmlns:a16="http://schemas.microsoft.com/office/drawing/2014/main" id="{C9042E39-6F9F-4DE7-A582-3D04CDF71F1A}"/>
              </a:ext>
            </a:extLst>
          </p:cNvPr>
          <p:cNvSpPr>
            <a:spLocks noGrp="1"/>
          </p:cNvSpPr>
          <p:nvPr/>
        </p:nvSpPr>
        <p:spPr>
          <a:xfrm>
            <a:off x="92583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DELIVER</a:t>
            </a:r>
          </a:p>
        </p:txBody>
      </p:sp>
      <p:sp>
        <p:nvSpPr>
          <p:cNvPr id="77" name="!!evs-77">
            <a:extLst>
              <a:ext uri="{FF2B5EF4-FFF2-40B4-BE49-F238E27FC236}">
                <a16:creationId xmlns:a16="http://schemas.microsoft.com/office/drawing/2014/main" id="{064CD8C8-B6C2-4D55-B6C9-EB09B8C760F4}"/>
              </a:ext>
            </a:extLst>
          </p:cNvPr>
          <p:cNvSpPr>
            <a:spLocks noGrp="1"/>
          </p:cNvSpPr>
          <p:nvPr/>
        </p:nvSpPr>
        <p:spPr>
          <a:xfrm>
            <a:off x="92964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lang="en-US"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Broadcast • web • social</a:t>
            </a:r>
          </a:p>
        </p:txBody>
      </p:sp>
      <p:sp>
        <p:nvSpPr>
          <p:cNvPr id="78" name="!!evs-78">
            <a:extLst>
              <a:ext uri="{FF2B5EF4-FFF2-40B4-BE49-F238E27FC236}">
                <a16:creationId xmlns:a16="http://schemas.microsoft.com/office/drawing/2014/main" id="{62CB608B-1EAB-4C56-B18B-03A01CC285E5}"/>
              </a:ext>
            </a:extLst>
          </p:cNvPr>
          <p:cNvSpPr>
            <a:spLocks noGrp="1"/>
          </p:cNvSpPr>
          <p:nvPr/>
        </p:nvSpPr>
        <p:spPr>
          <a:xfrm>
            <a:off x="106584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9" name="!!evs-79">
            <a:extLst>
              <a:ext uri="{FF2B5EF4-FFF2-40B4-BE49-F238E27FC236}">
                <a16:creationId xmlns:a16="http://schemas.microsoft.com/office/drawing/2014/main" id="{343A81A5-E901-489A-97D9-B9CD9CBA0678}"/>
              </a:ext>
            </a:extLst>
          </p:cNvPr>
          <p:cNvSpPr>
            <a:spLocks noGrp="1"/>
          </p:cNvSpPr>
          <p:nvPr/>
        </p:nvSpPr>
        <p:spPr>
          <a:xfrm>
            <a:off x="106108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AE"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80" name="!!evs-80">
            <a:extLst>
              <a:ext uri="{FF2B5EF4-FFF2-40B4-BE49-F238E27FC236}">
                <a16:creationId xmlns:a16="http://schemas.microsoft.com/office/drawing/2014/main" id="{73C67DA5-5403-454E-BD3D-B576E71A9DD9}"/>
              </a:ext>
            </a:extLst>
          </p:cNvPr>
          <p:cNvSpPr>
            <a:spLocks noGrp="1"/>
          </p:cNvSpPr>
          <p:nvPr/>
        </p:nvSpPr>
        <p:spPr>
          <a:xfrm>
            <a:off x="112585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1" name="!!evs-81">
            <a:extLst>
              <a:ext uri="{FF2B5EF4-FFF2-40B4-BE49-F238E27FC236}">
                <a16:creationId xmlns:a16="http://schemas.microsoft.com/office/drawing/2014/main" id="{CA0A1820-639C-45C0-B6FA-1F18BBC9FBC6}"/>
              </a:ext>
            </a:extLst>
          </p:cNvPr>
          <p:cNvSpPr>
            <a:spLocks noGrp="1"/>
          </p:cNvSpPr>
          <p:nvPr/>
        </p:nvSpPr>
        <p:spPr>
          <a:xfrm>
            <a:off x="112585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AE"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8</a:t>
            </a:r>
          </a:p>
        </p:txBody>
      </p:sp>
      <p:pic>
        <p:nvPicPr>
          <p:cNvPr id="82" name="!!evs-82"/>
          <p:cNvPicPr>
            <a:picLocks noChangeAspect="1"/>
          </p:cNvPicPr>
          <p:nvPr/>
        </p:nvPicPr>
        <p:blipFill>
          <a:blip r:embed="rId11">
            <a:alphaModFix amt="38000"/>
          </a:blip>
          <a:stretch/>
        </p:blipFill>
        <p:spPr>
          <a:xfrm>
            <a:off x="11229975" y="2266950"/>
            <a:ext cx="381000" cy="381000"/>
          </a:xfrm>
          <a:prstGeom prst="rect">
            <a:avLst/>
          </a:prstGeom>
        </p:spPr>
      </p:pic>
      <p:sp>
        <p:nvSpPr>
          <p:cNvPr id="83" name="!!evs-83">
            <a:extLst>
              <a:ext uri="{FF2B5EF4-FFF2-40B4-BE49-F238E27FC236}">
                <a16:creationId xmlns:a16="http://schemas.microsoft.com/office/drawing/2014/main" id="{7C11AC9F-D256-4CEB-9612-93079CAAC6BB}"/>
              </a:ext>
            </a:extLst>
          </p:cNvPr>
          <p:cNvSpPr>
            <a:spLocks noGrp="1"/>
          </p:cNvSpPr>
          <p:nvPr/>
        </p:nvSpPr>
        <p:spPr>
          <a:xfrm>
            <a:off x="107442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PROTECT</a:t>
            </a:r>
          </a:p>
        </p:txBody>
      </p:sp>
      <p:sp>
        <p:nvSpPr>
          <p:cNvPr id="84" name="!!evs-84">
            <a:extLst>
              <a:ext uri="{FF2B5EF4-FFF2-40B4-BE49-F238E27FC236}">
                <a16:creationId xmlns:a16="http://schemas.microsoft.com/office/drawing/2014/main" id="{D136EEBC-5EEA-4317-832A-6CDAECB5CA59}"/>
              </a:ext>
            </a:extLst>
          </p:cNvPr>
          <p:cNvSpPr>
            <a:spLocks noGrp="1"/>
          </p:cNvSpPr>
          <p:nvPr/>
        </p:nvSpPr>
        <p:spPr>
          <a:xfrm>
            <a:off x="107823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043"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lang="en-US"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Permissions • audit • backup</a:t>
            </a:r>
          </a:p>
        </p:txBody>
      </p:sp>
      <p:sp>
        <p:nvSpPr>
          <p:cNvPr id="85" name="!!evs-85">
            <a:extLst>
              <a:ext uri="{FF2B5EF4-FFF2-40B4-BE49-F238E27FC236}">
                <a16:creationId xmlns:a16="http://schemas.microsoft.com/office/drawing/2014/main" id="{E2548952-CC3D-487E-AAEA-D171427089DB}"/>
              </a:ext>
            </a:extLst>
          </p:cNvPr>
          <p:cNvSpPr>
            <a:spLocks noGrp="1"/>
          </p:cNvSpPr>
          <p:nvPr/>
        </p:nvSpPr>
        <p:spPr>
          <a:xfrm>
            <a:off x="638175" y="3705225"/>
            <a:ext cx="10915650" cy="19050"/>
          </a:xfrm>
          <a:prstGeom prst="rect">
            <a:avLst/>
          </a:prstGeom>
          <a:solidFill>
            <a:srgbClr val="238EC0">
              <a:alpha val="7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6" name="!!evs-86">
            <a:extLst>
              <a:ext uri="{FF2B5EF4-FFF2-40B4-BE49-F238E27FC236}">
                <a16:creationId xmlns:a16="http://schemas.microsoft.com/office/drawing/2014/main" id="{E2590127-FE6B-4CD3-A556-424A212AA65A}"/>
              </a:ext>
            </a:extLst>
          </p:cNvPr>
          <p:cNvSpPr>
            <a:spLocks noGrp="1"/>
          </p:cNvSpPr>
          <p:nvPr/>
        </p:nvSpPr>
        <p:spPr>
          <a:xfrm>
            <a:off x="10096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7" name="!!evs-87">
            <a:extLst>
              <a:ext uri="{FF2B5EF4-FFF2-40B4-BE49-F238E27FC236}">
                <a16:creationId xmlns:a16="http://schemas.microsoft.com/office/drawing/2014/main" id="{2EDF0EAD-F3F4-4781-B223-F5A0F98EDD48}"/>
              </a:ext>
            </a:extLst>
          </p:cNvPr>
          <p:cNvSpPr>
            <a:spLocks noGrp="1"/>
          </p:cNvSpPr>
          <p:nvPr/>
        </p:nvSpPr>
        <p:spPr>
          <a:xfrm>
            <a:off x="9810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8" name="!!evs-88">
            <a:extLst>
              <a:ext uri="{FF2B5EF4-FFF2-40B4-BE49-F238E27FC236}">
                <a16:creationId xmlns:a16="http://schemas.microsoft.com/office/drawing/2014/main" id="{B75A5305-EB8F-4EB2-894C-2F932DABCDC8}"/>
              </a:ext>
            </a:extLst>
          </p:cNvPr>
          <p:cNvSpPr>
            <a:spLocks noGrp="1"/>
          </p:cNvSpPr>
          <p:nvPr/>
        </p:nvSpPr>
        <p:spPr>
          <a:xfrm>
            <a:off x="24955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9" name="!!evs-89">
            <a:extLst>
              <a:ext uri="{FF2B5EF4-FFF2-40B4-BE49-F238E27FC236}">
                <a16:creationId xmlns:a16="http://schemas.microsoft.com/office/drawing/2014/main" id="{2539F03D-416B-4279-B6E2-2BB0E2B3B469}"/>
              </a:ext>
            </a:extLst>
          </p:cNvPr>
          <p:cNvSpPr>
            <a:spLocks noGrp="1"/>
          </p:cNvSpPr>
          <p:nvPr/>
        </p:nvSpPr>
        <p:spPr>
          <a:xfrm>
            <a:off x="24669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0" name="!!evs-90">
            <a:extLst>
              <a:ext uri="{FF2B5EF4-FFF2-40B4-BE49-F238E27FC236}">
                <a16:creationId xmlns:a16="http://schemas.microsoft.com/office/drawing/2014/main" id="{BBB6EDAA-42FB-4444-8C07-C600DB2CC18D}"/>
              </a:ext>
            </a:extLst>
          </p:cNvPr>
          <p:cNvSpPr>
            <a:spLocks noGrp="1"/>
          </p:cNvSpPr>
          <p:nvPr/>
        </p:nvSpPr>
        <p:spPr>
          <a:xfrm>
            <a:off x="39814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1" name="!!evs-91">
            <a:extLst>
              <a:ext uri="{FF2B5EF4-FFF2-40B4-BE49-F238E27FC236}">
                <a16:creationId xmlns:a16="http://schemas.microsoft.com/office/drawing/2014/main" id="{AC63C304-3ECF-4447-9DCC-F7AD54062E4A}"/>
              </a:ext>
            </a:extLst>
          </p:cNvPr>
          <p:cNvSpPr>
            <a:spLocks noGrp="1"/>
          </p:cNvSpPr>
          <p:nvPr/>
        </p:nvSpPr>
        <p:spPr>
          <a:xfrm>
            <a:off x="39528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2" name="!!evs-92">
            <a:extLst>
              <a:ext uri="{FF2B5EF4-FFF2-40B4-BE49-F238E27FC236}">
                <a16:creationId xmlns:a16="http://schemas.microsoft.com/office/drawing/2014/main" id="{EDCB6E99-D008-489B-9EF1-97C0524D21DC}"/>
              </a:ext>
            </a:extLst>
          </p:cNvPr>
          <p:cNvSpPr>
            <a:spLocks noGrp="1"/>
          </p:cNvSpPr>
          <p:nvPr/>
        </p:nvSpPr>
        <p:spPr>
          <a:xfrm>
            <a:off x="54673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3" name="!!evs-93">
            <a:extLst>
              <a:ext uri="{FF2B5EF4-FFF2-40B4-BE49-F238E27FC236}">
                <a16:creationId xmlns:a16="http://schemas.microsoft.com/office/drawing/2014/main" id="{DA5DBB0C-4A51-4B0A-BBE8-86EAB20FEE44}"/>
              </a:ext>
            </a:extLst>
          </p:cNvPr>
          <p:cNvSpPr>
            <a:spLocks noGrp="1"/>
          </p:cNvSpPr>
          <p:nvPr/>
        </p:nvSpPr>
        <p:spPr>
          <a:xfrm>
            <a:off x="54387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4" name="!!evs-94">
            <a:extLst>
              <a:ext uri="{FF2B5EF4-FFF2-40B4-BE49-F238E27FC236}">
                <a16:creationId xmlns:a16="http://schemas.microsoft.com/office/drawing/2014/main" id="{7FD6BFA2-BD1F-4C13-B652-4442CE244047}"/>
              </a:ext>
            </a:extLst>
          </p:cNvPr>
          <p:cNvSpPr>
            <a:spLocks noGrp="1"/>
          </p:cNvSpPr>
          <p:nvPr/>
        </p:nvSpPr>
        <p:spPr>
          <a:xfrm>
            <a:off x="69532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5" name="!!evs-95">
            <a:extLst>
              <a:ext uri="{FF2B5EF4-FFF2-40B4-BE49-F238E27FC236}">
                <a16:creationId xmlns:a16="http://schemas.microsoft.com/office/drawing/2014/main" id="{A2FF0313-9A88-4543-B35A-A12D2B0A87A2}"/>
              </a:ext>
            </a:extLst>
          </p:cNvPr>
          <p:cNvSpPr>
            <a:spLocks noGrp="1"/>
          </p:cNvSpPr>
          <p:nvPr/>
        </p:nvSpPr>
        <p:spPr>
          <a:xfrm>
            <a:off x="69246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6" name="!!evs-96">
            <a:extLst>
              <a:ext uri="{FF2B5EF4-FFF2-40B4-BE49-F238E27FC236}">
                <a16:creationId xmlns:a16="http://schemas.microsoft.com/office/drawing/2014/main" id="{FFFB27CF-E3A6-4074-9DB7-5F84C134A05A}"/>
              </a:ext>
            </a:extLst>
          </p:cNvPr>
          <p:cNvSpPr>
            <a:spLocks noGrp="1"/>
          </p:cNvSpPr>
          <p:nvPr/>
        </p:nvSpPr>
        <p:spPr>
          <a:xfrm>
            <a:off x="84391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7" name="!!evs-97">
            <a:extLst>
              <a:ext uri="{FF2B5EF4-FFF2-40B4-BE49-F238E27FC236}">
                <a16:creationId xmlns:a16="http://schemas.microsoft.com/office/drawing/2014/main" id="{841846A0-6779-40CE-9B76-4694C566937E}"/>
              </a:ext>
            </a:extLst>
          </p:cNvPr>
          <p:cNvSpPr>
            <a:spLocks noGrp="1"/>
          </p:cNvSpPr>
          <p:nvPr/>
        </p:nvSpPr>
        <p:spPr>
          <a:xfrm>
            <a:off x="84105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8" name="!!evs-98">
            <a:extLst>
              <a:ext uri="{FF2B5EF4-FFF2-40B4-BE49-F238E27FC236}">
                <a16:creationId xmlns:a16="http://schemas.microsoft.com/office/drawing/2014/main" id="{BDBD97F4-71D1-4E30-A52A-8AEACA5232EF}"/>
              </a:ext>
            </a:extLst>
          </p:cNvPr>
          <p:cNvSpPr>
            <a:spLocks noGrp="1"/>
          </p:cNvSpPr>
          <p:nvPr/>
        </p:nvSpPr>
        <p:spPr>
          <a:xfrm>
            <a:off x="99250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9" name="!!evs-99">
            <a:extLst>
              <a:ext uri="{FF2B5EF4-FFF2-40B4-BE49-F238E27FC236}">
                <a16:creationId xmlns:a16="http://schemas.microsoft.com/office/drawing/2014/main" id="{146B5E67-EB68-4DFD-86E3-A9D6F05F7247}"/>
              </a:ext>
            </a:extLst>
          </p:cNvPr>
          <p:cNvSpPr>
            <a:spLocks noGrp="1"/>
          </p:cNvSpPr>
          <p:nvPr/>
        </p:nvSpPr>
        <p:spPr>
          <a:xfrm>
            <a:off x="98964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0" name="!!evs-100">
            <a:extLst>
              <a:ext uri="{FF2B5EF4-FFF2-40B4-BE49-F238E27FC236}">
                <a16:creationId xmlns:a16="http://schemas.microsoft.com/office/drawing/2014/main" id="{B4813ED1-2468-4DBA-9310-14152D49AF7A}"/>
              </a:ext>
            </a:extLst>
          </p:cNvPr>
          <p:cNvSpPr>
            <a:spLocks noGrp="1"/>
          </p:cNvSpPr>
          <p:nvPr/>
        </p:nvSpPr>
        <p:spPr>
          <a:xfrm>
            <a:off x="114109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1" name="!!evs-101">
            <a:extLst>
              <a:ext uri="{FF2B5EF4-FFF2-40B4-BE49-F238E27FC236}">
                <a16:creationId xmlns:a16="http://schemas.microsoft.com/office/drawing/2014/main" id="{3CCFFB07-DD31-4E89-97D6-809E0F46BBA5}"/>
              </a:ext>
            </a:extLst>
          </p:cNvPr>
          <p:cNvSpPr>
            <a:spLocks noGrp="1"/>
          </p:cNvSpPr>
          <p:nvPr/>
        </p:nvSpPr>
        <p:spPr>
          <a:xfrm>
            <a:off x="113823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2" name="!!evs-102">
            <a:extLst>
              <a:ext uri="{FF2B5EF4-FFF2-40B4-BE49-F238E27FC236}">
                <a16:creationId xmlns:a16="http://schemas.microsoft.com/office/drawing/2014/main" id="{BCF93FF7-A15D-4F31-A827-003F550A8669}"/>
              </a:ext>
            </a:extLst>
          </p:cNvPr>
          <p:cNvSpPr>
            <a:spLocks noGrp="1"/>
          </p:cNvSpPr>
          <p:nvPr/>
        </p:nvSpPr>
        <p:spPr>
          <a:xfrm>
            <a:off x="400050" y="3905250"/>
            <a:ext cx="11391900" cy="9525"/>
          </a:xfrm>
          <a:prstGeom prst="rect">
            <a:avLst/>
          </a:prstGeom>
          <a:solidFill>
            <a:srgbClr val="58D9FF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3" name="!!evs-103">
            <a:extLst>
              <a:ext uri="{FF2B5EF4-FFF2-40B4-BE49-F238E27FC236}">
                <a16:creationId xmlns:a16="http://schemas.microsoft.com/office/drawing/2014/main" id="{2D7E5887-CE8D-4BAC-93E8-B65EA07C8F03}"/>
              </a:ext>
            </a:extLst>
          </p:cNvPr>
          <p:cNvSpPr>
            <a:spLocks noGrp="1"/>
          </p:cNvSpPr>
          <p:nvPr/>
        </p:nvSpPr>
        <p:spPr>
          <a:xfrm>
            <a:off x="400050" y="4943475"/>
            <a:ext cx="11391900" cy="9525"/>
          </a:xfrm>
          <a:prstGeom prst="rect">
            <a:avLst/>
          </a:prstGeom>
          <a:solidFill>
            <a:srgbClr val="238EC0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4" name="!!evs-104">
            <a:extLst>
              <a:ext uri="{FF2B5EF4-FFF2-40B4-BE49-F238E27FC236}">
                <a16:creationId xmlns:a16="http://schemas.microsoft.com/office/drawing/2014/main" id="{BC4F0EB1-7828-48A9-AFD3-03246BC0E0A8}"/>
              </a:ext>
            </a:extLst>
          </p:cNvPr>
          <p:cNvSpPr>
            <a:spLocks noGrp="1"/>
          </p:cNvSpPr>
          <p:nvPr/>
        </p:nvSpPr>
        <p:spPr>
          <a:xfrm>
            <a:off x="3695700" y="3962400"/>
            <a:ext cx="4800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POWERED BY A UNIFIED MEDIA FOUNDATION</a:t>
            </a:r>
          </a:p>
        </p:txBody>
      </p:sp>
      <p:pic>
        <p:nvPicPr>
          <p:cNvPr id="105" name="!!evs-105"/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685800" y="4129412"/>
            <a:ext cx="1809750" cy="637526"/>
          </a:xfrm>
          <a:prstGeom prst="rect">
            <a:avLst/>
          </a:prstGeom>
        </p:spPr>
      </p:pic>
      <p:pic>
        <p:nvPicPr>
          <p:cNvPr id="106" name="!!evs-106"/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9658350" y="4122701"/>
            <a:ext cx="1847850" cy="650947"/>
          </a:xfrm>
          <a:prstGeom prst="rect">
            <a:avLst/>
          </a:prstGeom>
        </p:spPr>
      </p:pic>
      <p:sp>
        <p:nvSpPr>
          <p:cNvPr id="107" name="!!evs-107">
            <a:extLst>
              <a:ext uri="{FF2B5EF4-FFF2-40B4-BE49-F238E27FC236}">
                <a16:creationId xmlns:a16="http://schemas.microsoft.com/office/drawing/2014/main" id="{F599F316-9A2A-4C84-AC82-A8EC9F24E75F}"/>
              </a:ext>
            </a:extLst>
          </p:cNvPr>
          <p:cNvSpPr>
            <a:spLocks noGrp="1"/>
          </p:cNvSpPr>
          <p:nvPr/>
        </p:nvSpPr>
        <p:spPr>
          <a:xfrm>
            <a:off x="876300" y="4705350"/>
            <a:ext cx="1447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rPr>
              <a:t>XS-VIA</a:t>
            </a:r>
          </a:p>
        </p:txBody>
      </p:sp>
      <p:sp>
        <p:nvSpPr>
          <p:cNvPr id="108" name="!!evs-108">
            <a:extLst>
              <a:ext uri="{FF2B5EF4-FFF2-40B4-BE49-F238E27FC236}">
                <a16:creationId xmlns:a16="http://schemas.microsoft.com/office/drawing/2014/main" id="{564E3D0D-1B9C-4E72-8F0A-C740A3EF96D2}"/>
              </a:ext>
            </a:extLst>
          </p:cNvPr>
          <p:cNvSpPr>
            <a:spLocks noGrp="1"/>
          </p:cNvSpPr>
          <p:nvPr/>
        </p:nvSpPr>
        <p:spPr>
          <a:xfrm>
            <a:off x="876300" y="4857750"/>
            <a:ext cx="14478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INGEST &amp; PLAYOUT</a:t>
            </a:r>
          </a:p>
        </p:txBody>
      </p:sp>
      <p:sp>
        <p:nvSpPr>
          <p:cNvPr id="109" name="!!evs-109">
            <a:extLst>
              <a:ext uri="{FF2B5EF4-FFF2-40B4-BE49-F238E27FC236}">
                <a16:creationId xmlns:a16="http://schemas.microsoft.com/office/drawing/2014/main" id="{457AD0BA-7CD2-4D95-AA8B-38DDAA41C928}"/>
              </a:ext>
            </a:extLst>
          </p:cNvPr>
          <p:cNvSpPr>
            <a:spLocks noGrp="1"/>
          </p:cNvSpPr>
          <p:nvPr/>
        </p:nvSpPr>
        <p:spPr>
          <a:xfrm>
            <a:off x="9810750" y="4705350"/>
            <a:ext cx="1543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rPr>
              <a:t>XSstore</a:t>
            </a:r>
          </a:p>
        </p:txBody>
      </p:sp>
      <p:sp>
        <p:nvSpPr>
          <p:cNvPr id="110" name="!!evs-110">
            <a:extLst>
              <a:ext uri="{FF2B5EF4-FFF2-40B4-BE49-F238E27FC236}">
                <a16:creationId xmlns:a16="http://schemas.microsoft.com/office/drawing/2014/main" id="{CCB4B253-E05B-4D4B-A656-06469EC530EB}"/>
              </a:ext>
            </a:extLst>
          </p:cNvPr>
          <p:cNvSpPr>
            <a:spLocks noGrp="1"/>
          </p:cNvSpPr>
          <p:nvPr/>
        </p:nvSpPr>
        <p:spPr>
          <a:xfrm>
            <a:off x="9810750" y="4857750"/>
            <a:ext cx="15430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NEARLINE STORAGE</a:t>
            </a:r>
          </a:p>
        </p:txBody>
      </p:sp>
      <p:sp>
        <p:nvSpPr>
          <p:cNvPr id="111" name="!!evs-111">
            <a:extLst>
              <a:ext uri="{FF2B5EF4-FFF2-40B4-BE49-F238E27FC236}">
                <a16:creationId xmlns:a16="http://schemas.microsoft.com/office/drawing/2014/main" id="{5E2F406C-5341-4519-A2DB-F0897099EA73}"/>
              </a:ext>
            </a:extLst>
          </p:cNvPr>
          <p:cNvSpPr>
            <a:spLocks noGrp="1"/>
          </p:cNvSpPr>
          <p:nvPr/>
        </p:nvSpPr>
        <p:spPr>
          <a:xfrm>
            <a:off x="2990850" y="4295775"/>
            <a:ext cx="2905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491"/>
          </a:bodyPr>
          <a:lstStyle/>
          <a:p>
            <a:pPr algn="r">
              <a:lnSpc>
                <a:spcPct val="100000"/>
              </a:lnSpc>
              <a:buNone/>
              <a:def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MediaCeption</a:t>
            </a:r>
          </a:p>
        </p:txBody>
      </p:sp>
      <p:sp>
        <p:nvSpPr>
          <p:cNvPr id="112" name="!!evs-112">
            <a:extLst>
              <a:ext uri="{FF2B5EF4-FFF2-40B4-BE49-F238E27FC236}">
                <a16:creationId xmlns:a16="http://schemas.microsoft.com/office/drawing/2014/main" id="{2DE80D2E-4560-42C4-B83C-EBFE288E3C05}"/>
              </a:ext>
            </a:extLst>
          </p:cNvPr>
          <p:cNvSpPr>
            <a:spLocks noGrp="1"/>
          </p:cNvSpPr>
          <p:nvPr/>
        </p:nvSpPr>
        <p:spPr>
          <a:xfrm>
            <a:off x="5981700" y="4305300"/>
            <a:ext cx="323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7500"/>
          </a:bodyPr>
          <a:lstStyle/>
          <a:p>
            <a:pPr algn="ctr">
              <a:lnSpc>
                <a:spcPct val="100000"/>
              </a:lnSpc>
              <a:buNone/>
              <a:defRPr sz="300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rPr>
              <a:t>+</a:t>
            </a:r>
          </a:p>
        </p:txBody>
      </p:sp>
      <p:sp>
        <p:nvSpPr>
          <p:cNvPr id="113" name="!!evs-113">
            <a:extLst>
              <a:ext uri="{FF2B5EF4-FFF2-40B4-BE49-F238E27FC236}">
                <a16:creationId xmlns:a16="http://schemas.microsoft.com/office/drawing/2014/main" id="{FC0C364D-99D1-4DAC-B63A-C826E4B26D58}"/>
              </a:ext>
            </a:extLst>
          </p:cNvPr>
          <p:cNvSpPr>
            <a:spLocks noGrp="1"/>
          </p:cNvSpPr>
          <p:nvPr/>
        </p:nvSpPr>
        <p:spPr>
          <a:xfrm>
            <a:off x="6381750" y="4295775"/>
            <a:ext cx="2724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491"/>
          </a:bodyPr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VIA MAP</a:t>
            </a:r>
          </a:p>
        </p:txBody>
      </p:sp>
      <p:sp>
        <p:nvSpPr>
          <p:cNvPr id="114" name="!!evs-114">
            <a:extLst>
              <a:ext uri="{FF2B5EF4-FFF2-40B4-BE49-F238E27FC236}">
                <a16:creationId xmlns:a16="http://schemas.microsoft.com/office/drawing/2014/main" id="{853C9AD8-2638-4DBD-B13C-5ED7F708373D}"/>
              </a:ext>
            </a:extLst>
          </p:cNvPr>
          <p:cNvSpPr>
            <a:spLocks noGrp="1"/>
          </p:cNvSpPr>
          <p:nvPr/>
        </p:nvSpPr>
        <p:spPr>
          <a:xfrm>
            <a:off x="4057650" y="4772025"/>
            <a:ext cx="4076700" cy="19050"/>
          </a:xfrm>
          <a:prstGeom prst="rect">
            <a:avLst/>
          </a:prstGeom>
          <a:gradFill>
            <a:gsLst>
              <a:gs pos="0">
                <a:srgbClr val="58D9FF">
                  <a:alpha val="0"/>
                </a:srgbClr>
              </a:gs>
              <a:gs pos="50000">
                <a:srgbClr val="58D9FF"/>
              </a:gs>
              <a:gs pos="100000">
                <a:srgbClr val="58D9FF">
                  <a:alpha val="0"/>
                </a:srgbClr>
              </a:gs>
            </a:gsLst>
            <a:lin ang="5400000"/>
          </a:gra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5" name="!!evs-115">
            <a:extLst>
              <a:ext uri="{FF2B5EF4-FFF2-40B4-BE49-F238E27FC236}">
                <a16:creationId xmlns:a16="http://schemas.microsoft.com/office/drawing/2014/main" id="{A5B217D6-DD14-4180-BFA1-66E2B8D916EF}"/>
              </a:ext>
            </a:extLst>
          </p:cNvPr>
          <p:cNvSpPr>
            <a:spLocks noGrp="1"/>
          </p:cNvSpPr>
          <p:nvPr/>
        </p:nvSpPr>
        <p:spPr>
          <a:xfrm>
            <a:off x="4171950" y="4819650"/>
            <a:ext cx="38481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CONNECTING CONTENT, PEOPLE, POSSIBILITIES</a:t>
            </a:r>
          </a:p>
        </p:txBody>
      </p:sp>
      <p:sp>
        <p:nvSpPr>
          <p:cNvPr id="116" name="!!evs-116">
            <a:extLst>
              <a:ext uri="{FF2B5EF4-FFF2-40B4-BE49-F238E27FC236}">
                <a16:creationId xmlns:a16="http://schemas.microsoft.com/office/drawing/2014/main" id="{2001F073-535A-45C6-B8EB-0105F988647E}"/>
              </a:ext>
            </a:extLst>
          </p:cNvPr>
          <p:cNvSpPr>
            <a:spLocks noGrp="1"/>
          </p:cNvSpPr>
          <p:nvPr/>
        </p:nvSpPr>
        <p:spPr>
          <a:xfrm>
            <a:off x="-1143000" y="6143625"/>
            <a:ext cx="14478000" cy="2857500"/>
          </a:xfrm>
          <a:prstGeom prst="ellipse">
            <a:avLst/>
          </a:prstGeom>
          <a:noFill/>
          <a:ln w="19050">
            <a:solidFill>
              <a:srgbClr val="0B3F5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17" name="!!evs-117"/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1533525" y="5153025"/>
            <a:ext cx="457200" cy="457200"/>
          </a:xfrm>
          <a:prstGeom prst="rect">
            <a:avLst/>
          </a:prstGeom>
        </p:spPr>
      </p:pic>
      <p:sp>
        <p:nvSpPr>
          <p:cNvPr id="118" name="!!evs-118">
            <a:extLst>
              <a:ext uri="{FF2B5EF4-FFF2-40B4-BE49-F238E27FC236}">
                <a16:creationId xmlns:a16="http://schemas.microsoft.com/office/drawing/2014/main" id="{00C747CA-E471-4342-AC0B-5B53B1D85097}"/>
              </a:ext>
            </a:extLst>
          </p:cNvPr>
          <p:cNvSpPr>
            <a:spLocks noGrp="1"/>
          </p:cNvSpPr>
          <p:nvPr/>
        </p:nvSpPr>
        <p:spPr>
          <a:xfrm>
            <a:off x="428625" y="56197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Faster to Air</a:t>
            </a:r>
          </a:p>
        </p:txBody>
      </p:sp>
      <p:sp>
        <p:nvSpPr>
          <p:cNvPr id="119" name="!!evs-119">
            <a:extLst>
              <a:ext uri="{FF2B5EF4-FFF2-40B4-BE49-F238E27FC236}">
                <a16:creationId xmlns:a16="http://schemas.microsoft.com/office/drawing/2014/main" id="{F60C23B0-FA43-4F60-BAFE-3FDDB0E48B2E}"/>
              </a:ext>
            </a:extLst>
          </p:cNvPr>
          <p:cNvSpPr>
            <a:spLocks noGrp="1"/>
          </p:cNvSpPr>
          <p:nvPr/>
        </p:nvSpPr>
        <p:spPr>
          <a:xfrm>
            <a:off x="428625" y="58864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TURN IDEAS INTO IMPACT</a:t>
            </a:r>
          </a:p>
        </p:txBody>
      </p:sp>
      <p:sp>
        <p:nvSpPr>
          <p:cNvPr id="120" name="!!evs-120">
            <a:extLst>
              <a:ext uri="{FF2B5EF4-FFF2-40B4-BE49-F238E27FC236}">
                <a16:creationId xmlns:a16="http://schemas.microsoft.com/office/drawing/2014/main" id="{07978FEB-7BFB-4979-9BF3-CAB5D324E911}"/>
              </a:ext>
            </a:extLst>
          </p:cNvPr>
          <p:cNvSpPr>
            <a:spLocks noGrp="1"/>
          </p:cNvSpPr>
          <p:nvPr/>
        </p:nvSpPr>
        <p:spPr>
          <a:xfrm>
            <a:off x="3219450" y="5219700"/>
            <a:ext cx="9525" cy="790575"/>
          </a:xfrm>
          <a:prstGeom prst="rect">
            <a:avLst/>
          </a:prstGeom>
          <a:solidFill>
            <a:srgbClr val="2B5B72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21" name="!!evs-121"/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4457700" y="5153025"/>
            <a:ext cx="457200" cy="457200"/>
          </a:xfrm>
          <a:prstGeom prst="rect">
            <a:avLst/>
          </a:prstGeom>
        </p:spPr>
      </p:pic>
      <p:sp>
        <p:nvSpPr>
          <p:cNvPr id="122" name="!!evs-122">
            <a:extLst>
              <a:ext uri="{FF2B5EF4-FFF2-40B4-BE49-F238E27FC236}">
                <a16:creationId xmlns:a16="http://schemas.microsoft.com/office/drawing/2014/main" id="{1479DCB8-C84B-448A-83F6-5360ACCCE4B7}"/>
              </a:ext>
            </a:extLst>
          </p:cNvPr>
          <p:cNvSpPr>
            <a:spLocks noGrp="1"/>
          </p:cNvSpPr>
          <p:nvPr/>
        </p:nvSpPr>
        <p:spPr>
          <a:xfrm>
            <a:off x="3352800" y="56197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Metadata Continuity</a:t>
            </a:r>
          </a:p>
        </p:txBody>
      </p:sp>
      <p:sp>
        <p:nvSpPr>
          <p:cNvPr id="123" name="!!evs-123">
            <a:extLst>
              <a:ext uri="{FF2B5EF4-FFF2-40B4-BE49-F238E27FC236}">
                <a16:creationId xmlns:a16="http://schemas.microsoft.com/office/drawing/2014/main" id="{9C98DEC2-5B44-4AE9-A8DE-4F4FF1E6861D}"/>
              </a:ext>
            </a:extLst>
          </p:cNvPr>
          <p:cNvSpPr>
            <a:spLocks noGrp="1"/>
          </p:cNvSpPr>
          <p:nvPr/>
        </p:nvSpPr>
        <p:spPr>
          <a:xfrm>
            <a:off x="3352800" y="58864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CONTEXT TODAY. VALUE TOMORROW.</a:t>
            </a:r>
          </a:p>
        </p:txBody>
      </p:sp>
      <p:sp>
        <p:nvSpPr>
          <p:cNvPr id="124" name="!!evs-124">
            <a:extLst>
              <a:ext uri="{FF2B5EF4-FFF2-40B4-BE49-F238E27FC236}">
                <a16:creationId xmlns:a16="http://schemas.microsoft.com/office/drawing/2014/main" id="{4508C7DF-4C6C-4A4B-8C8D-557F7B27AB6F}"/>
              </a:ext>
            </a:extLst>
          </p:cNvPr>
          <p:cNvSpPr>
            <a:spLocks noGrp="1"/>
          </p:cNvSpPr>
          <p:nvPr/>
        </p:nvSpPr>
        <p:spPr>
          <a:xfrm>
            <a:off x="6143625" y="5219700"/>
            <a:ext cx="9525" cy="790575"/>
          </a:xfrm>
          <a:prstGeom prst="rect">
            <a:avLst/>
          </a:prstGeom>
          <a:solidFill>
            <a:srgbClr val="2B5B72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25" name="!!evs-125"/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7381875" y="5153025"/>
            <a:ext cx="457200" cy="457200"/>
          </a:xfrm>
          <a:prstGeom prst="rect">
            <a:avLst/>
          </a:prstGeom>
        </p:spPr>
      </p:pic>
      <p:sp>
        <p:nvSpPr>
          <p:cNvPr id="126" name="!!evs-126">
            <a:extLst>
              <a:ext uri="{FF2B5EF4-FFF2-40B4-BE49-F238E27FC236}">
                <a16:creationId xmlns:a16="http://schemas.microsoft.com/office/drawing/2014/main" id="{823DEF9F-907C-4AB5-A0E0-6563E845A1A6}"/>
              </a:ext>
            </a:extLst>
          </p:cNvPr>
          <p:cNvSpPr>
            <a:spLocks noGrp="1"/>
          </p:cNvSpPr>
          <p:nvPr/>
        </p:nvSpPr>
        <p:spPr>
          <a:xfrm>
            <a:off x="6276975" y="56197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155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One Source, Multiple Screens</a:t>
            </a:r>
          </a:p>
        </p:txBody>
      </p:sp>
      <p:sp>
        <p:nvSpPr>
          <p:cNvPr id="127" name="!!evs-127">
            <a:extLst>
              <a:ext uri="{FF2B5EF4-FFF2-40B4-BE49-F238E27FC236}">
                <a16:creationId xmlns:a16="http://schemas.microsoft.com/office/drawing/2014/main" id="{56C3C6AE-9A8B-4AF1-B350-04809D48FCFF}"/>
              </a:ext>
            </a:extLst>
          </p:cNvPr>
          <p:cNvSpPr>
            <a:spLocks noGrp="1"/>
          </p:cNvSpPr>
          <p:nvPr/>
        </p:nvSpPr>
        <p:spPr>
          <a:xfrm>
            <a:off x="6276975" y="58864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A GREATER REACH FOR EVERY STORY</a:t>
            </a:r>
          </a:p>
        </p:txBody>
      </p:sp>
      <p:sp>
        <p:nvSpPr>
          <p:cNvPr id="128" name="!!evs-128">
            <a:extLst>
              <a:ext uri="{FF2B5EF4-FFF2-40B4-BE49-F238E27FC236}">
                <a16:creationId xmlns:a16="http://schemas.microsoft.com/office/drawing/2014/main" id="{9F7C7D0A-081D-4696-A9A0-B3661AE52A6A}"/>
              </a:ext>
            </a:extLst>
          </p:cNvPr>
          <p:cNvSpPr>
            <a:spLocks noGrp="1"/>
          </p:cNvSpPr>
          <p:nvPr/>
        </p:nvSpPr>
        <p:spPr>
          <a:xfrm>
            <a:off x="9067800" y="5219700"/>
            <a:ext cx="9525" cy="790575"/>
          </a:xfrm>
          <a:prstGeom prst="rect">
            <a:avLst/>
          </a:prstGeom>
          <a:solidFill>
            <a:srgbClr val="2B5B72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29" name="!!evs-129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10306050" y="5153025"/>
            <a:ext cx="457200" cy="457200"/>
          </a:xfrm>
          <a:prstGeom prst="rect">
            <a:avLst/>
          </a:prstGeom>
        </p:spPr>
      </p:pic>
      <p:sp>
        <p:nvSpPr>
          <p:cNvPr id="130" name="!!evs-130">
            <a:extLst>
              <a:ext uri="{FF2B5EF4-FFF2-40B4-BE49-F238E27FC236}">
                <a16:creationId xmlns:a16="http://schemas.microsoft.com/office/drawing/2014/main" id="{E8E9F661-E617-4926-85D5-358C9DBE1035}"/>
              </a:ext>
            </a:extLst>
          </p:cNvPr>
          <p:cNvSpPr>
            <a:spLocks noGrp="1"/>
          </p:cNvSpPr>
          <p:nvPr/>
        </p:nvSpPr>
        <p:spPr>
          <a:xfrm>
            <a:off x="9201150" y="56197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Resilient Operations</a:t>
            </a:r>
          </a:p>
        </p:txBody>
      </p:sp>
      <p:sp>
        <p:nvSpPr>
          <p:cNvPr id="131" name="!!evs-131">
            <a:extLst>
              <a:ext uri="{FF2B5EF4-FFF2-40B4-BE49-F238E27FC236}">
                <a16:creationId xmlns:a16="http://schemas.microsoft.com/office/drawing/2014/main" id="{89A151EF-6A0B-45E3-ADA5-1B8A82959147}"/>
              </a:ext>
            </a:extLst>
          </p:cNvPr>
          <p:cNvSpPr>
            <a:spLocks noGrp="1"/>
          </p:cNvSpPr>
          <p:nvPr/>
        </p:nvSpPr>
        <p:spPr>
          <a:xfrm>
            <a:off x="9201150" y="58864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READY FOR WHAT’S NEXT</a:t>
            </a:r>
          </a:p>
        </p:txBody>
      </p:sp>
      <p:sp>
        <p:nvSpPr>
          <p:cNvPr id="132" name="!!evs-132">
            <a:extLst>
              <a:ext uri="{FF2B5EF4-FFF2-40B4-BE49-F238E27FC236}">
                <a16:creationId xmlns:a16="http://schemas.microsoft.com/office/drawing/2014/main" id="{5CAF8EFF-349C-46F0-8F3B-56DD4A964C37}"/>
              </a:ext>
            </a:extLst>
          </p:cNvPr>
          <p:cNvSpPr>
            <a:spLocks noGrp="1"/>
          </p:cNvSpPr>
          <p:nvPr/>
        </p:nvSpPr>
        <p:spPr>
          <a:xfrm>
            <a:off x="3086100" y="6505575"/>
            <a:ext cx="2190750" cy="9525"/>
          </a:xfrm>
          <a:prstGeom prst="rect">
            <a:avLst/>
          </a:prstGeom>
          <a:solidFill>
            <a:srgbClr val="2B5B72">
              <a:alpha val="7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3" name="!!evs-133">
            <a:extLst>
              <a:ext uri="{FF2B5EF4-FFF2-40B4-BE49-F238E27FC236}">
                <a16:creationId xmlns:a16="http://schemas.microsoft.com/office/drawing/2014/main" id="{BAD64596-881E-42FC-BBE3-CB5D1E886C57}"/>
              </a:ext>
            </a:extLst>
          </p:cNvPr>
          <p:cNvSpPr>
            <a:spLocks noGrp="1"/>
          </p:cNvSpPr>
          <p:nvPr/>
        </p:nvSpPr>
        <p:spPr>
          <a:xfrm>
            <a:off x="6915150" y="6505575"/>
            <a:ext cx="2190750" cy="9525"/>
          </a:xfrm>
          <a:prstGeom prst="rect">
            <a:avLst/>
          </a:prstGeom>
          <a:solidFill>
            <a:srgbClr val="2B5B72">
              <a:alpha val="7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4" name="!!evs-134">
            <a:extLst>
              <a:ext uri="{FF2B5EF4-FFF2-40B4-BE49-F238E27FC236}">
                <a16:creationId xmlns:a16="http://schemas.microsoft.com/office/drawing/2014/main" id="{ECDCEAE9-BFE9-4934-94D2-0AFC42FB004C}"/>
              </a:ext>
            </a:extLst>
          </p:cNvPr>
          <p:cNvSpPr>
            <a:spLocks noGrp="1"/>
          </p:cNvSpPr>
          <p:nvPr/>
        </p:nvSpPr>
        <p:spPr>
          <a:xfrm>
            <a:off x="4905375" y="641985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NEWS MOVES THE WORLD FORWARD</a:t>
            </a:r>
          </a:p>
        </p:txBody>
      </p:sp>
      <p:sp>
        <p:nvSpPr>
          <p:cNvPr id="408" name="step-counter-1"/>
          <p:cNvSpPr txBox="1"/>
          <p:nvPr/>
        </p:nvSpPr>
        <p:spPr>
          <a:xfrm>
            <a:off x="10195560" y="1353312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58D9FF"/>
                </a:solidFill>
                <a:latin typeface="Aptos"/>
              </a:rPr>
              <a:t>STEP 1 OF 8</a:t>
            </a:r>
          </a:p>
        </p:txBody>
      </p:sp>
    </p:spTree>
    <p:extLst>
      <p:ext uri="{BB962C8B-B14F-4D97-AF65-F5344CB8AC3E}">
        <p14:creationId xmlns:p14="http://schemas.microsoft.com/office/powerpoint/2010/main" val="16454335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8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6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 fill="hold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4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2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 fill="hold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8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6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64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72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88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 fill="hold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96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04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 fill="hold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12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 fill="hold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28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36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 fill="hold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44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 fill="hold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52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 fill="hold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68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 fill="hold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76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84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 fill="hold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92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 fill="hold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208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 fill="hold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216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 fill="hold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224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 fill="hold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232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 fill="hold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 fill="hold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248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 fill="hold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256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 fill="hold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264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 fill="hold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272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 fill="hold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 fill="hold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288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296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 fill="hold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304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 fill="hold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12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 fill="hold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 fill="hold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28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 fill="hold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36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 fill="hold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344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 fill="hold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352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 fill="hold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 fill="hold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368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 fill="hold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376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 fill="hold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384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 fill="hold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392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 fill="hold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 fill="hold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408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 fill="hold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416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 fill="hold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424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 fill="hold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432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 fill="hold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 fill="hold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448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 fill="hold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456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 fill="hold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464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 fill="hold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472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 fill="hold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488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 fill="hold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496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 fill="hold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504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 fill="hold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512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 fill="hold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 fill="hold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528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 fill="hold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536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 fill="hold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544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0" nodeType="withEffect">
                                  <p:stCondLst>
                                    <p:cond delay="552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 fill="hold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 fill="hold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0" nodeType="withEffect">
                                  <p:stCondLst>
                                    <p:cond delay="568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 fill="hold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withEffect">
                                  <p:stCondLst>
                                    <p:cond delay="576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 fill="hold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withEffect">
                                  <p:stCondLst>
                                    <p:cond delay="584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 fill="hold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0" nodeType="withEffect">
                                  <p:stCondLst>
                                    <p:cond delay="592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 fill="hold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 fill="hold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grpId="0" nodeType="withEffect">
                                  <p:stCondLst>
                                    <p:cond delay="608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 fill="hold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10" presetClass="entr" presetSubtype="0" fill="hold" grpId="0" nodeType="withEffect">
                                  <p:stCondLst>
                                    <p:cond delay="616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10" presetClass="entr" presetSubtype="0" fill="hold" grpId="0" nodeType="withEffect">
                                  <p:stCondLst>
                                    <p:cond delay="624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 fill="hold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0" presetClass="entr" presetSubtype="0" fill="hold" grpId="0" nodeType="withEffect">
                                  <p:stCondLst>
                                    <p:cond delay="632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500" fill="hold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 fill="hold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grpId="0" nodeType="withEffect">
                                  <p:stCondLst>
                                    <p:cond delay="648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500" fill="hold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10" presetClass="entr" presetSubtype="0" fill="hold" grpId="0" nodeType="withEffect">
                                  <p:stCondLst>
                                    <p:cond delay="656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500" fill="hold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10" presetClass="entr" presetSubtype="0" fill="hold" grpId="0" nodeType="withEffect">
                                  <p:stCondLst>
                                    <p:cond delay="664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500" fill="hold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10" presetClass="entr" presetSubtype="0" fill="hold" grpId="0" nodeType="withEffect">
                                  <p:stCondLst>
                                    <p:cond delay="672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500" fill="hold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 fill="hold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10" presetClass="entr" presetSubtype="0" fill="hold" grpId="0" nodeType="withEffect">
                                  <p:stCondLst>
                                    <p:cond delay="688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500" fill="hold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10" presetClass="entr" presetSubtype="0" fill="hold" grpId="0" nodeType="withEffect">
                                  <p:stCondLst>
                                    <p:cond delay="696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500" fill="hold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10" presetClass="entr" presetSubtype="0" fill="hold" grpId="0" nodeType="withEffect">
                                  <p:stCondLst>
                                    <p:cond delay="704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500" fill="hold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10" presetClass="entr" presetSubtype="0" fill="hold" grpId="0" nodeType="withEffect">
                                  <p:stCondLst>
                                    <p:cond delay="712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500" fill="hold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500" fill="hold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10" presetClass="entr" presetSubtype="0" fill="hold" grpId="0" nodeType="withEffect">
                                  <p:stCondLst>
                                    <p:cond delay="728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500" fill="hold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10" presetClass="entr" presetSubtype="0" fill="hold" grpId="0" nodeType="withEffect">
                                  <p:stCondLst>
                                    <p:cond delay="736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500" fill="hold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10" presetClass="entr" presetSubtype="0" fill="hold" grpId="0" nodeType="withEffect">
                                  <p:stCondLst>
                                    <p:cond delay="744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500" fill="hold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10" presetClass="entr" presetSubtype="0" fill="hold" grpId="0" nodeType="withEffect">
                                  <p:stCondLst>
                                    <p:cond delay="752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500" fill="hold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10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500" fill="hold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10" presetClass="entr" presetSubtype="0" fill="hold" grpId="0" nodeType="withEffect">
                                  <p:stCondLst>
                                    <p:cond delay="768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500" fill="hold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10" presetClass="entr" presetSubtype="0" fill="hold" grpId="0" nodeType="withEffect">
                                  <p:stCondLst>
                                    <p:cond delay="776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10" presetClass="entr" presetSubtype="0" fill="hold" grpId="0" nodeType="withEffect">
                                  <p:stCondLst>
                                    <p:cond delay="784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500" fill="hold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10" presetClass="entr" presetSubtype="0" fill="hold" grpId="0" nodeType="withEffect">
                                  <p:stCondLst>
                                    <p:cond delay="792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500" fill="hold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500" fill="hold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10" presetClass="entr" presetSubtype="0" fill="hold" grpId="0" nodeType="withEffect">
                                  <p:stCondLst>
                                    <p:cond delay="808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500" fill="hold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10" presetClass="entr" presetSubtype="0" fill="hold" grpId="0" nodeType="withEffect">
                                  <p:stCondLst>
                                    <p:cond delay="816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500" fill="hold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10" presetClass="entr" presetSubtype="0" fill="hold" grpId="0" nodeType="withEffect">
                                  <p:stCondLst>
                                    <p:cond delay="824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5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10" presetClass="entr" presetSubtype="0" fill="hold" grpId="0" nodeType="withEffect">
                                  <p:stCondLst>
                                    <p:cond delay="832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500" fill="hold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500" fill="hold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10" presetClass="entr" presetSubtype="0" fill="hold" grpId="0" nodeType="withEffect">
                                  <p:stCondLst>
                                    <p:cond delay="848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5" dur="500" fill="hold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presetID="10" presetClass="entr" presetSubtype="0" fill="hold" grpId="0" nodeType="withEffect">
                                  <p:stCondLst>
                                    <p:cond delay="856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8" dur="500" fill="hold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9" presetID="10" presetClass="entr" presetSubtype="0" fill="hold" grpId="0" nodeType="withEffect">
                                  <p:stCondLst>
                                    <p:cond delay="864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1" dur="500" fill="hold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2" presetID="10" presetClass="entr" presetSubtype="0" fill="hold" grpId="0" nodeType="withEffect">
                                  <p:stCondLst>
                                    <p:cond delay="872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4" dur="500" fill="hold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5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500" fill="hold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8" presetID="10" presetClass="entr" presetSubtype="0" fill="hold" grpId="0" nodeType="withEffect">
                                  <p:stCondLst>
                                    <p:cond delay="888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0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1" presetID="10" presetClass="entr" presetSubtype="0" fill="hold" grpId="0" nodeType="withEffect">
                                  <p:stCondLst>
                                    <p:cond delay="896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3" dur="500" fill="hold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4" presetID="10" presetClass="entr" presetSubtype="0" fill="hold" grpId="0" nodeType="withEffect">
                                  <p:stCondLst>
                                    <p:cond delay="904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6" dur="500" fill="hold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7" presetID="10" presetClass="entr" presetSubtype="0" fill="hold" grpId="0" nodeType="withEffect">
                                  <p:stCondLst>
                                    <p:cond delay="912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9" dur="500" fill="hold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0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2" dur="500" fill="hold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3" presetID="10" presetClass="entr" presetSubtype="0" fill="hold" grpId="0" nodeType="withEffect">
                                  <p:stCondLst>
                                    <p:cond delay="928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5" dur="500" fill="hold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6" presetID="10" presetClass="entr" presetSubtype="0" fill="hold" grpId="0" nodeType="withEffect">
                                  <p:stCondLst>
                                    <p:cond delay="936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8" dur="500" fill="hold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9" presetID="10" presetClass="entr" presetSubtype="0" fill="hold" grpId="0" nodeType="withEffect">
                                  <p:stCondLst>
                                    <p:cond delay="944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1" dur="500" fill="hold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2" presetID="10" presetClass="entr" presetSubtype="0" fill="hold" grpId="0" nodeType="withEffect">
                                  <p:stCondLst>
                                    <p:cond delay="952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4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5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7" dur="500" fill="hold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8" presetID="10" presetClass="entr" presetSubtype="0" fill="hold" grpId="0" nodeType="withEffect">
                                  <p:stCondLst>
                                    <p:cond delay="968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0" dur="500" fill="hold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1" presetID="10" presetClass="entr" presetSubtype="0" fill="hold" grpId="0" nodeType="withEffect">
                                  <p:stCondLst>
                                    <p:cond delay="976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3" dur="500" fill="hold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presetID="10" presetClass="entr" presetSubtype="0" fill="hold" grpId="0" nodeType="withEffect">
                                  <p:stCondLst>
                                    <p:cond delay="984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6" dur="500" fill="hold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7" presetID="10" presetClass="entr" presetSubtype="0" fill="hold" grpId="0" nodeType="withEffect">
                                  <p:stCondLst>
                                    <p:cond delay="992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9" dur="500" fill="hold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2" dur="500" fill="hold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3" presetID="10" presetClass="entr" presetSubtype="0" fill="hold" grpId="0" nodeType="withEffect">
                                  <p:stCondLst>
                                    <p:cond delay="1008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5" dur="500" fill="hold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6" presetID="10" presetClass="entr" presetSubtype="0" fill="hold" grpId="0" nodeType="withEffect">
                                  <p:stCondLst>
                                    <p:cond delay="1016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8" dur="500" fill="hold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9" presetID="10" presetClass="entr" presetSubtype="0" fill="hold" grpId="0" nodeType="withEffect">
                                  <p:stCondLst>
                                    <p:cond delay="1024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1" dur="500" fill="hold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2" presetID="10" presetClass="entr" presetSubtype="0" fill="hold" grpId="0" nodeType="withEffect">
                                  <p:stCondLst>
                                    <p:cond delay="1032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4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5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7" dur="500" fill="hold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8" presetID="10" presetClass="entr" presetSubtype="0" fill="hold" grpId="0" nodeType="withEffect">
                                  <p:stCondLst>
                                    <p:cond delay="1048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0" dur="50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1" presetID="10" presetClass="entr" presetSubtype="0" fill="hold" grpId="0" nodeType="withEffect">
                                  <p:stCondLst>
                                    <p:cond delay="1056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3" dur="500" fill="hold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4" presetID="10" presetClass="entr" presetSubtype="0" fill="hold" grpId="0" nodeType="withEffect">
                                  <p:stCondLst>
                                    <p:cond delay="1064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6" dur="500" fill="hold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" grpId="0" animBg="1"/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!!evs-135"/>
          <p:cNvPicPr>
            <a:picLocks noChangeAspect="1"/>
          </p:cNvPicPr>
          <p:nvPr/>
        </p:nvPicPr>
        <p:blipFill>
          <a:blip r:embed="rId2"/>
          <a:srcRect l="11378" r="11378"/>
          <a:stretch>
            <a:fillRect/>
          </a:stretch>
        </p:blipFill>
        <p:spPr>
          <a:xfrm>
            <a:off x="6549390" y="0"/>
            <a:ext cx="5619750" cy="2047875"/>
          </a:xfrm>
          <a:prstGeom prst="rect">
            <a:avLst/>
          </a:prstGeom>
        </p:spPr>
      </p:pic>
      <p:sp>
        <p:nvSpPr>
          <p:cNvPr id="2" name="!!evs-2">
            <a:extLst>
              <a:ext uri="{FF2B5EF4-FFF2-40B4-BE49-F238E27FC236}">
                <a16:creationId xmlns:a16="http://schemas.microsoft.com/office/drawing/2014/main" id="{65AA2FAD-F874-401C-9C8D-5F7779ED37B5}"/>
              </a:ext>
            </a:extLst>
          </p:cNvPr>
          <p:cNvSpPr>
            <a:spLocks noGrp="1"/>
          </p:cNvSpPr>
          <p:nvPr/>
        </p:nvSpPr>
        <p:spPr>
          <a:xfrm>
            <a:off x="6191250" y="0"/>
            <a:ext cx="6000750" cy="2047875"/>
          </a:xfrm>
          <a:prstGeom prst="rect">
            <a:avLst/>
          </a:prstGeom>
          <a:gradFill>
            <a:gsLst>
              <a:gs pos="0">
                <a:srgbClr val="041522"/>
              </a:gs>
              <a:gs pos="45000">
                <a:srgbClr val="041522">
                  <a:alpha val="55000"/>
                </a:srgbClr>
              </a:gs>
              <a:gs pos="100000">
                <a:srgbClr val="041522">
                  <a:alpha val="18000"/>
                </a:srgbClr>
              </a:gs>
            </a:gsLst>
            <a:lin ang="5400000"/>
          </a:gra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!!evs-3">
            <a:extLst>
              <a:ext uri="{FF2B5EF4-FFF2-40B4-BE49-F238E27FC236}">
                <a16:creationId xmlns:a16="http://schemas.microsoft.com/office/drawing/2014/main" id="{DCB508B3-F20E-4CC4-AAD6-79CCC10F0778}"/>
              </a:ext>
            </a:extLst>
          </p:cNvPr>
          <p:cNvSpPr>
            <a:spLocks noGrp="1"/>
          </p:cNvSpPr>
          <p:nvPr/>
        </p:nvSpPr>
        <p:spPr>
          <a:xfrm>
            <a:off x="0" y="1619250"/>
            <a:ext cx="12192000" cy="428625"/>
          </a:xfrm>
          <a:prstGeom prst="rect">
            <a:avLst/>
          </a:prstGeom>
          <a:gradFill>
            <a:gsLst>
              <a:gs pos="0">
                <a:srgbClr val="041522">
                  <a:alpha val="0"/>
                </a:srgbClr>
              </a:gs>
              <a:gs pos="100000">
                <a:srgbClr val="041522"/>
              </a:gs>
            </a:gsLst>
            <a:lin ang="10800000"/>
          </a:gra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!!evs-4">
            <a:extLst>
              <a:ext uri="{FF2B5EF4-FFF2-40B4-BE49-F238E27FC236}">
                <a16:creationId xmlns:a16="http://schemas.microsoft.com/office/drawing/2014/main" id="{8DCFB74B-CC14-4044-8161-213547198D0A}"/>
              </a:ext>
            </a:extLst>
          </p:cNvPr>
          <p:cNvSpPr>
            <a:spLocks noGrp="1"/>
          </p:cNvSpPr>
          <p:nvPr/>
        </p:nvSpPr>
        <p:spPr>
          <a:xfrm>
            <a:off x="0" y="99060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!!evs-5">
            <a:extLst>
              <a:ext uri="{FF2B5EF4-FFF2-40B4-BE49-F238E27FC236}">
                <a16:creationId xmlns:a16="http://schemas.microsoft.com/office/drawing/2014/main" id="{7E8198F1-3843-43A7-BCE8-F8F2073DC915}"/>
              </a:ext>
            </a:extLst>
          </p:cNvPr>
          <p:cNvSpPr>
            <a:spLocks noGrp="1"/>
          </p:cNvSpPr>
          <p:nvPr/>
        </p:nvSpPr>
        <p:spPr>
          <a:xfrm>
            <a:off x="0" y="150495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!!evs-6">
            <a:extLst>
              <a:ext uri="{FF2B5EF4-FFF2-40B4-BE49-F238E27FC236}">
                <a16:creationId xmlns:a16="http://schemas.microsoft.com/office/drawing/2014/main" id="{A1E0B327-8F29-4250-A479-1E49B3F5C7CD}"/>
              </a:ext>
            </a:extLst>
          </p:cNvPr>
          <p:cNvSpPr>
            <a:spLocks noGrp="1"/>
          </p:cNvSpPr>
          <p:nvPr/>
        </p:nvSpPr>
        <p:spPr>
          <a:xfrm>
            <a:off x="0" y="201930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!!evs-7">
            <a:extLst>
              <a:ext uri="{FF2B5EF4-FFF2-40B4-BE49-F238E27FC236}">
                <a16:creationId xmlns:a16="http://schemas.microsoft.com/office/drawing/2014/main" id="{D0FC1A78-221C-4601-90E7-C3B73C809096}"/>
              </a:ext>
            </a:extLst>
          </p:cNvPr>
          <p:cNvSpPr>
            <a:spLocks noGrp="1"/>
          </p:cNvSpPr>
          <p:nvPr/>
        </p:nvSpPr>
        <p:spPr>
          <a:xfrm>
            <a:off x="0" y="253365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!!evs-8">
            <a:extLst>
              <a:ext uri="{FF2B5EF4-FFF2-40B4-BE49-F238E27FC236}">
                <a16:creationId xmlns:a16="http://schemas.microsoft.com/office/drawing/2014/main" id="{4B33D8A2-9D26-4E55-A570-0F0BC0754B6B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!!evs-9">
            <a:extLst>
              <a:ext uri="{FF2B5EF4-FFF2-40B4-BE49-F238E27FC236}">
                <a16:creationId xmlns:a16="http://schemas.microsoft.com/office/drawing/2014/main" id="{2EC7CE67-00F2-48E8-A65E-C69A15101E97}"/>
              </a:ext>
            </a:extLst>
          </p:cNvPr>
          <p:cNvSpPr>
            <a:spLocks noGrp="1"/>
          </p:cNvSpPr>
          <p:nvPr/>
        </p:nvSpPr>
        <p:spPr>
          <a:xfrm>
            <a:off x="0" y="356235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!!evs-10">
            <a:extLst>
              <a:ext uri="{FF2B5EF4-FFF2-40B4-BE49-F238E27FC236}">
                <a16:creationId xmlns:a16="http://schemas.microsoft.com/office/drawing/2014/main" id="{7C91D761-4D50-487E-9703-E014C41E06E0}"/>
              </a:ext>
            </a:extLst>
          </p:cNvPr>
          <p:cNvSpPr>
            <a:spLocks noGrp="1"/>
          </p:cNvSpPr>
          <p:nvPr/>
        </p:nvSpPr>
        <p:spPr>
          <a:xfrm>
            <a:off x="0" y="407670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!!evs-11">
            <a:extLst>
              <a:ext uri="{FF2B5EF4-FFF2-40B4-BE49-F238E27FC236}">
                <a16:creationId xmlns:a16="http://schemas.microsoft.com/office/drawing/2014/main" id="{564498BE-5805-420B-B967-58F84CB92607}"/>
              </a:ext>
            </a:extLst>
          </p:cNvPr>
          <p:cNvSpPr>
            <a:spLocks noGrp="1"/>
          </p:cNvSpPr>
          <p:nvPr/>
        </p:nvSpPr>
        <p:spPr>
          <a:xfrm>
            <a:off x="0" y="459105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!!evs-12">
            <a:extLst>
              <a:ext uri="{FF2B5EF4-FFF2-40B4-BE49-F238E27FC236}">
                <a16:creationId xmlns:a16="http://schemas.microsoft.com/office/drawing/2014/main" id="{2A710823-211A-4B95-85D7-82595CAE2E89}"/>
              </a:ext>
            </a:extLst>
          </p:cNvPr>
          <p:cNvSpPr>
            <a:spLocks noGrp="1"/>
          </p:cNvSpPr>
          <p:nvPr/>
        </p:nvSpPr>
        <p:spPr>
          <a:xfrm>
            <a:off x="0" y="510540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!!evs-13">
            <a:extLst>
              <a:ext uri="{FF2B5EF4-FFF2-40B4-BE49-F238E27FC236}">
                <a16:creationId xmlns:a16="http://schemas.microsoft.com/office/drawing/2014/main" id="{3F848A76-9C53-42A4-9B8B-626A933C42A5}"/>
              </a:ext>
            </a:extLst>
          </p:cNvPr>
          <p:cNvSpPr>
            <a:spLocks noGrp="1"/>
          </p:cNvSpPr>
          <p:nvPr/>
        </p:nvSpPr>
        <p:spPr>
          <a:xfrm>
            <a:off x="0" y="561975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!!evs-14">
            <a:extLst>
              <a:ext uri="{FF2B5EF4-FFF2-40B4-BE49-F238E27FC236}">
                <a16:creationId xmlns:a16="http://schemas.microsoft.com/office/drawing/2014/main" id="{57EC29ED-5B71-4A91-835D-1606E4E25A72}"/>
              </a:ext>
            </a:extLst>
          </p:cNvPr>
          <p:cNvSpPr>
            <a:spLocks noGrp="1"/>
          </p:cNvSpPr>
          <p:nvPr/>
        </p:nvSpPr>
        <p:spPr>
          <a:xfrm>
            <a:off x="0" y="613410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!!evs-15">
            <a:extLst>
              <a:ext uri="{FF2B5EF4-FFF2-40B4-BE49-F238E27FC236}">
                <a16:creationId xmlns:a16="http://schemas.microsoft.com/office/drawing/2014/main" id="{73D99984-4B08-484D-8B34-FBD6CB389A53}"/>
              </a:ext>
            </a:extLst>
          </p:cNvPr>
          <p:cNvSpPr>
            <a:spLocks noGrp="1"/>
          </p:cNvSpPr>
          <p:nvPr/>
        </p:nvSpPr>
        <p:spPr>
          <a:xfrm>
            <a:off x="0" y="664845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!!evs-16">
            <a:extLst>
              <a:ext uri="{FF2B5EF4-FFF2-40B4-BE49-F238E27FC236}">
                <a16:creationId xmlns:a16="http://schemas.microsoft.com/office/drawing/2014/main" id="{B1DBF21B-E134-4910-A3E3-161A14979D23}"/>
              </a:ext>
            </a:extLst>
          </p:cNvPr>
          <p:cNvSpPr>
            <a:spLocks noGrp="1"/>
          </p:cNvSpPr>
          <p:nvPr/>
        </p:nvSpPr>
        <p:spPr>
          <a:xfrm>
            <a:off x="381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!!evs-17">
            <a:extLst>
              <a:ext uri="{FF2B5EF4-FFF2-40B4-BE49-F238E27FC236}">
                <a16:creationId xmlns:a16="http://schemas.microsoft.com/office/drawing/2014/main" id="{74AAA4C7-3BD4-4041-91EF-DDD454CC56C0}"/>
              </a:ext>
            </a:extLst>
          </p:cNvPr>
          <p:cNvSpPr>
            <a:spLocks noGrp="1"/>
          </p:cNvSpPr>
          <p:nvPr/>
        </p:nvSpPr>
        <p:spPr>
          <a:xfrm>
            <a:off x="1524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!!evs-18">
            <a:extLst>
              <a:ext uri="{FF2B5EF4-FFF2-40B4-BE49-F238E27FC236}">
                <a16:creationId xmlns:a16="http://schemas.microsoft.com/office/drawing/2014/main" id="{AEC7E939-8A73-4913-957B-1DF992AD0CFD}"/>
              </a:ext>
            </a:extLst>
          </p:cNvPr>
          <p:cNvSpPr>
            <a:spLocks noGrp="1"/>
          </p:cNvSpPr>
          <p:nvPr/>
        </p:nvSpPr>
        <p:spPr>
          <a:xfrm>
            <a:off x="2667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!!evs-19">
            <a:extLst>
              <a:ext uri="{FF2B5EF4-FFF2-40B4-BE49-F238E27FC236}">
                <a16:creationId xmlns:a16="http://schemas.microsoft.com/office/drawing/2014/main" id="{D6455841-64B1-417D-ACEB-9D5AB88C8969}"/>
              </a:ext>
            </a:extLst>
          </p:cNvPr>
          <p:cNvSpPr>
            <a:spLocks noGrp="1"/>
          </p:cNvSpPr>
          <p:nvPr/>
        </p:nvSpPr>
        <p:spPr>
          <a:xfrm>
            <a:off x="3810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!!evs-20">
            <a:extLst>
              <a:ext uri="{FF2B5EF4-FFF2-40B4-BE49-F238E27FC236}">
                <a16:creationId xmlns:a16="http://schemas.microsoft.com/office/drawing/2014/main" id="{1C7F8E06-121B-4E2C-AE74-9055FA60C7C3}"/>
              </a:ext>
            </a:extLst>
          </p:cNvPr>
          <p:cNvSpPr>
            <a:spLocks noGrp="1"/>
          </p:cNvSpPr>
          <p:nvPr/>
        </p:nvSpPr>
        <p:spPr>
          <a:xfrm>
            <a:off x="4953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!!evs-21">
            <a:extLst>
              <a:ext uri="{FF2B5EF4-FFF2-40B4-BE49-F238E27FC236}">
                <a16:creationId xmlns:a16="http://schemas.microsoft.com/office/drawing/2014/main" id="{A5A1CD44-6CBA-40CE-9E96-F54D42247CFC}"/>
              </a:ext>
            </a:extLst>
          </p:cNvPr>
          <p:cNvSpPr>
            <a:spLocks noGrp="1"/>
          </p:cNvSpPr>
          <p:nvPr/>
        </p:nvSpPr>
        <p:spPr>
          <a:xfrm>
            <a:off x="6096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2" name="!!evs-22">
            <a:extLst>
              <a:ext uri="{FF2B5EF4-FFF2-40B4-BE49-F238E27FC236}">
                <a16:creationId xmlns:a16="http://schemas.microsoft.com/office/drawing/2014/main" id="{5EEB1559-F8BC-496C-9083-86BD64664481}"/>
              </a:ext>
            </a:extLst>
          </p:cNvPr>
          <p:cNvSpPr>
            <a:spLocks noGrp="1"/>
          </p:cNvSpPr>
          <p:nvPr/>
        </p:nvSpPr>
        <p:spPr>
          <a:xfrm>
            <a:off x="7239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!!evs-23">
            <a:extLst>
              <a:ext uri="{FF2B5EF4-FFF2-40B4-BE49-F238E27FC236}">
                <a16:creationId xmlns:a16="http://schemas.microsoft.com/office/drawing/2014/main" id="{BF687707-E3E7-4B60-BA56-18CEE5E86EC1}"/>
              </a:ext>
            </a:extLst>
          </p:cNvPr>
          <p:cNvSpPr>
            <a:spLocks noGrp="1"/>
          </p:cNvSpPr>
          <p:nvPr/>
        </p:nvSpPr>
        <p:spPr>
          <a:xfrm>
            <a:off x="8382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4" name="!!evs-24">
            <a:extLst>
              <a:ext uri="{FF2B5EF4-FFF2-40B4-BE49-F238E27FC236}">
                <a16:creationId xmlns:a16="http://schemas.microsoft.com/office/drawing/2014/main" id="{FD3F7184-CF14-4F52-A0CE-157D5D74C469}"/>
              </a:ext>
            </a:extLst>
          </p:cNvPr>
          <p:cNvSpPr>
            <a:spLocks noGrp="1"/>
          </p:cNvSpPr>
          <p:nvPr/>
        </p:nvSpPr>
        <p:spPr>
          <a:xfrm>
            <a:off x="9525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5" name="!!evs-25">
            <a:extLst>
              <a:ext uri="{FF2B5EF4-FFF2-40B4-BE49-F238E27FC236}">
                <a16:creationId xmlns:a16="http://schemas.microsoft.com/office/drawing/2014/main" id="{43C0FE55-58A4-4BAC-B16F-909BC9918A38}"/>
              </a:ext>
            </a:extLst>
          </p:cNvPr>
          <p:cNvSpPr>
            <a:spLocks noGrp="1"/>
          </p:cNvSpPr>
          <p:nvPr/>
        </p:nvSpPr>
        <p:spPr>
          <a:xfrm>
            <a:off x="10668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6" name="!!evs-26">
            <a:extLst>
              <a:ext uri="{FF2B5EF4-FFF2-40B4-BE49-F238E27FC236}">
                <a16:creationId xmlns:a16="http://schemas.microsoft.com/office/drawing/2014/main" id="{DCE67FEE-BDF7-4EF3-8DFF-97855923434C}"/>
              </a:ext>
            </a:extLst>
          </p:cNvPr>
          <p:cNvSpPr>
            <a:spLocks noGrp="1"/>
          </p:cNvSpPr>
          <p:nvPr/>
        </p:nvSpPr>
        <p:spPr>
          <a:xfrm>
            <a:off x="11811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7" name="!!evs-27">
            <a:extLst>
              <a:ext uri="{FF2B5EF4-FFF2-40B4-BE49-F238E27FC236}">
                <a16:creationId xmlns:a16="http://schemas.microsoft.com/office/drawing/2014/main" id="{164E6376-B027-414B-9F21-44464EE838D5}"/>
              </a:ext>
            </a:extLst>
          </p:cNvPr>
          <p:cNvSpPr>
            <a:spLocks noGrp="1"/>
          </p:cNvSpPr>
          <p:nvPr/>
        </p:nvSpPr>
        <p:spPr>
          <a:xfrm>
            <a:off x="457200" y="238125"/>
            <a:ext cx="685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949"/>
          </a:bodyPr>
          <a:lstStyle/>
          <a:p>
            <a:pPr algn="l">
              <a:lnSpc>
                <a:spcPct val="100000"/>
              </a:lnSpc>
              <a:buNone/>
              <a:defRPr sz="39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EVS MODERN NEWSROOM</a:t>
            </a:r>
          </a:p>
        </p:txBody>
      </p:sp>
      <p:sp>
        <p:nvSpPr>
          <p:cNvPr id="28" name="!!evs-28">
            <a:extLst>
              <a:ext uri="{FF2B5EF4-FFF2-40B4-BE49-F238E27FC236}">
                <a16:creationId xmlns:a16="http://schemas.microsoft.com/office/drawing/2014/main" id="{1494665C-9BCF-4FC8-B1E3-CF45AA54A1A3}"/>
              </a:ext>
            </a:extLst>
          </p:cNvPr>
          <p:cNvSpPr>
            <a:spLocks noGrp="1"/>
          </p:cNvSpPr>
          <p:nvPr/>
        </p:nvSpPr>
        <p:spPr>
          <a:xfrm>
            <a:off x="476250" y="781050"/>
            <a:ext cx="581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958" lnSpcReduction="10000"/>
          </a:bodyPr>
          <a:lstStyle/>
          <a:p>
            <a:pPr algn="l">
              <a:lnSpc>
                <a:spcPct val="100000"/>
              </a:lnSpc>
              <a:buNone/>
              <a:defRPr sz="2400" b="0">
                <a:solidFill>
                  <a:srgbClr val="C7D9E5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0">
                <a:solidFill>
                  <a:srgbClr val="C7D9E5"/>
                </a:solidFill>
                <a:latin typeface="Aptos Display"/>
                <a:ea typeface="Aptos Display"/>
                <a:cs typeface="Aptos Display"/>
              </a:rPr>
              <a:t>Breaking News to Every Screen</a:t>
            </a:r>
          </a:p>
        </p:txBody>
      </p:sp>
      <p:sp>
        <p:nvSpPr>
          <p:cNvPr id="29" name="!!evs-29">
            <a:extLst>
              <a:ext uri="{FF2B5EF4-FFF2-40B4-BE49-F238E27FC236}">
                <a16:creationId xmlns:a16="http://schemas.microsoft.com/office/drawing/2014/main" id="{990683BE-A8D8-4434-8377-E38D422B7696}"/>
              </a:ext>
            </a:extLst>
          </p:cNvPr>
          <p:cNvSpPr>
            <a:spLocks noGrp="1"/>
          </p:cNvSpPr>
          <p:nvPr/>
        </p:nvSpPr>
        <p:spPr>
          <a:xfrm>
            <a:off x="476250" y="1257300"/>
            <a:ext cx="514350" cy="38100"/>
          </a:xfrm>
          <a:prstGeom prst="rect">
            <a:avLst/>
          </a:prstGeom>
          <a:solidFill>
            <a:srgbClr val="58D9FF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0" name="!!evs-30">
            <a:extLst>
              <a:ext uri="{FF2B5EF4-FFF2-40B4-BE49-F238E27FC236}">
                <a16:creationId xmlns:a16="http://schemas.microsoft.com/office/drawing/2014/main" id="{16FC656B-833A-4FC1-ACDF-BCBF1EA63D98}"/>
              </a:ext>
            </a:extLst>
          </p:cNvPr>
          <p:cNvSpPr>
            <a:spLocks noGrp="1"/>
          </p:cNvSpPr>
          <p:nvPr/>
        </p:nvSpPr>
        <p:spPr>
          <a:xfrm>
            <a:off x="476250" y="1381125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CONNECT  •  CREATE  •  COLLABORATE  •  DELIVER  •  TOGETHER</a:t>
            </a:r>
          </a:p>
        </p:txBody>
      </p:sp>
      <p:sp>
        <p:nvSpPr>
          <p:cNvPr id="136" name="!!spotlight"/>
          <p:cNvSpPr/>
          <p:nvPr/>
        </p:nvSpPr>
        <p:spPr>
          <a:xfrm>
            <a:off x="1837563" y="1682496"/>
            <a:ext cx="1335024" cy="2157984"/>
          </a:xfrm>
          <a:prstGeom prst="rect">
            <a:avLst/>
          </a:prstGeom>
          <a:solidFill>
            <a:srgbClr val="073146">
              <a:alpha val="62000"/>
            </a:srgbClr>
          </a:solidFill>
          <a:ln w="15240">
            <a:solidFill>
              <a:srgbClr val="5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!!evs-31">
            <a:extLst>
              <a:ext uri="{FF2B5EF4-FFF2-40B4-BE49-F238E27FC236}">
                <a16:creationId xmlns:a16="http://schemas.microsoft.com/office/drawing/2014/main" id="{7558E714-D82A-452A-91C8-B01F564D17CD}"/>
              </a:ext>
            </a:extLst>
          </p:cNvPr>
          <p:cNvSpPr>
            <a:spLocks noGrp="1"/>
          </p:cNvSpPr>
          <p:nvPr/>
        </p:nvSpPr>
        <p:spPr>
          <a:xfrm>
            <a:off x="8572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2" name="!!evs-32">
            <a:extLst>
              <a:ext uri="{FF2B5EF4-FFF2-40B4-BE49-F238E27FC236}">
                <a16:creationId xmlns:a16="http://schemas.microsoft.com/office/drawing/2014/main" id="{5D1945B0-A154-4AED-9AE1-3F7EB970CEF9}"/>
              </a:ext>
            </a:extLst>
          </p:cNvPr>
          <p:cNvSpPr>
            <a:spLocks noGrp="1"/>
          </p:cNvSpPr>
          <p:nvPr/>
        </p:nvSpPr>
        <p:spPr>
          <a:xfrm>
            <a:off x="8572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pic>
        <p:nvPicPr>
          <p:cNvPr id="33" name="!!evs-33"/>
          <p:cNvPicPr>
            <a:picLocks noChangeAspect="1"/>
          </p:cNvPicPr>
          <p:nvPr/>
        </p:nvPicPr>
        <p:blipFill>
          <a:blip r:embed="rId3">
            <a:alphaModFix amt="38000"/>
          </a:blip>
          <a:stretch/>
        </p:blipFill>
        <p:spPr>
          <a:xfrm>
            <a:off x="828675" y="2266950"/>
            <a:ext cx="381000" cy="381000"/>
          </a:xfrm>
          <a:prstGeom prst="rect">
            <a:avLst/>
          </a:prstGeom>
        </p:spPr>
      </p:pic>
      <p:sp>
        <p:nvSpPr>
          <p:cNvPr id="34" name="!!evs-34">
            <a:extLst>
              <a:ext uri="{FF2B5EF4-FFF2-40B4-BE49-F238E27FC236}">
                <a16:creationId xmlns:a16="http://schemas.microsoft.com/office/drawing/2014/main" id="{BB7D28C4-885C-43E6-8DA1-6CD319B97023}"/>
              </a:ext>
            </a:extLst>
          </p:cNvPr>
          <p:cNvSpPr>
            <a:spLocks noGrp="1"/>
          </p:cNvSpPr>
          <p:nvPr/>
        </p:nvSpPr>
        <p:spPr>
          <a:xfrm>
            <a:off x="3429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ACQUIRE</a:t>
            </a:r>
          </a:p>
        </p:txBody>
      </p:sp>
      <p:sp>
        <p:nvSpPr>
          <p:cNvPr id="35" name="!!evs-35">
            <a:extLst>
              <a:ext uri="{FF2B5EF4-FFF2-40B4-BE49-F238E27FC236}">
                <a16:creationId xmlns:a16="http://schemas.microsoft.com/office/drawing/2014/main" id="{D54A1786-15F2-4BE5-BA52-FBDFCAB5B5CC}"/>
              </a:ext>
            </a:extLst>
          </p:cNvPr>
          <p:cNvSpPr>
            <a:spLocks noGrp="1"/>
          </p:cNvSpPr>
          <p:nvPr/>
        </p:nvSpPr>
        <p:spPr>
          <a:xfrm>
            <a:off x="3810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Agency + field feeds</a:t>
            </a:r>
          </a:p>
        </p:txBody>
      </p:sp>
      <p:sp>
        <p:nvSpPr>
          <p:cNvPr id="36" name="!!evs-36">
            <a:extLst>
              <a:ext uri="{FF2B5EF4-FFF2-40B4-BE49-F238E27FC236}">
                <a16:creationId xmlns:a16="http://schemas.microsoft.com/office/drawing/2014/main" id="{47BA7C1D-1FA0-41F0-AF82-CA573CA04DC8}"/>
              </a:ext>
            </a:extLst>
          </p:cNvPr>
          <p:cNvSpPr>
            <a:spLocks noGrp="1"/>
          </p:cNvSpPr>
          <p:nvPr/>
        </p:nvSpPr>
        <p:spPr>
          <a:xfrm>
            <a:off x="17430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7" name="!!evs-37">
            <a:extLst>
              <a:ext uri="{FF2B5EF4-FFF2-40B4-BE49-F238E27FC236}">
                <a16:creationId xmlns:a16="http://schemas.microsoft.com/office/drawing/2014/main" id="{1F8070E3-C562-4719-8608-C5DD3AF0CAE3}"/>
              </a:ext>
            </a:extLst>
          </p:cNvPr>
          <p:cNvSpPr>
            <a:spLocks noGrp="1"/>
          </p:cNvSpPr>
          <p:nvPr/>
        </p:nvSpPr>
        <p:spPr>
          <a:xfrm>
            <a:off x="16954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38" name="!!evs-38">
            <a:extLst>
              <a:ext uri="{FF2B5EF4-FFF2-40B4-BE49-F238E27FC236}">
                <a16:creationId xmlns:a16="http://schemas.microsoft.com/office/drawing/2014/main" id="{CA358604-4851-48BF-94D9-F84AEED215A2}"/>
              </a:ext>
            </a:extLst>
          </p:cNvPr>
          <p:cNvSpPr>
            <a:spLocks noGrp="1"/>
          </p:cNvSpPr>
          <p:nvPr/>
        </p:nvSpPr>
        <p:spPr>
          <a:xfrm>
            <a:off x="2291334" y="1846034"/>
            <a:ext cx="427482" cy="427482"/>
          </a:xfrm>
          <a:prstGeom prst="ellipse">
            <a:avLst/>
          </a:prstGeom>
          <a:solidFill>
            <a:srgbClr val="041522"/>
          </a:solidFill>
          <a:ln w="33020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9" name="!!evs-39">
            <a:extLst>
              <a:ext uri="{FF2B5EF4-FFF2-40B4-BE49-F238E27FC236}">
                <a16:creationId xmlns:a16="http://schemas.microsoft.com/office/drawing/2014/main" id="{8E66C420-89DB-47F8-A294-948B4DFAC178}"/>
              </a:ext>
            </a:extLst>
          </p:cNvPr>
          <p:cNvSpPr>
            <a:spLocks noGrp="1"/>
          </p:cNvSpPr>
          <p:nvPr/>
        </p:nvSpPr>
        <p:spPr>
          <a:xfrm>
            <a:off x="2291334" y="1860131"/>
            <a:ext cx="427482" cy="3897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pic>
        <p:nvPicPr>
          <p:cNvPr id="40" name="!!evs-4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247900" y="2270275"/>
            <a:ext cx="514350" cy="514350"/>
          </a:xfrm>
          <a:prstGeom prst="rect">
            <a:avLst/>
          </a:prstGeom>
        </p:spPr>
      </p:pic>
      <p:sp>
        <p:nvSpPr>
          <p:cNvPr id="41" name="!!evs-41">
            <a:extLst>
              <a:ext uri="{FF2B5EF4-FFF2-40B4-BE49-F238E27FC236}">
                <a16:creationId xmlns:a16="http://schemas.microsoft.com/office/drawing/2014/main" id="{CCDDABA5-E0F5-4162-8E33-0130E1F1B460}"/>
              </a:ext>
            </a:extLst>
          </p:cNvPr>
          <p:cNvSpPr>
            <a:spLocks noGrp="1"/>
          </p:cNvSpPr>
          <p:nvPr/>
        </p:nvSpPr>
        <p:spPr>
          <a:xfrm>
            <a:off x="18288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MANAGE</a:t>
            </a:r>
          </a:p>
        </p:txBody>
      </p:sp>
      <p:sp>
        <p:nvSpPr>
          <p:cNvPr id="42" name="!!evs-42">
            <a:extLst>
              <a:ext uri="{FF2B5EF4-FFF2-40B4-BE49-F238E27FC236}">
                <a16:creationId xmlns:a16="http://schemas.microsoft.com/office/drawing/2014/main" id="{870CFA1D-8E04-4401-AAD3-2977807267A9}"/>
              </a:ext>
            </a:extLst>
          </p:cNvPr>
          <p:cNvSpPr>
            <a:spLocks noGrp="1"/>
          </p:cNvSpPr>
          <p:nvPr/>
        </p:nvSpPr>
        <p:spPr>
          <a:xfrm>
            <a:off x="18669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DDF5FF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DDF5FF"/>
                </a:solidFill>
                <a:latin typeface="Aptos"/>
                <a:ea typeface="Aptos"/>
                <a:cs typeface="Aptos"/>
              </a:rPr>
              <a:t>IDs • rights • verification</a:t>
            </a:r>
          </a:p>
        </p:txBody>
      </p:sp>
      <p:sp>
        <p:nvSpPr>
          <p:cNvPr id="43" name="!!evs-43">
            <a:extLst>
              <a:ext uri="{FF2B5EF4-FFF2-40B4-BE49-F238E27FC236}">
                <a16:creationId xmlns:a16="http://schemas.microsoft.com/office/drawing/2014/main" id="{ECF519D7-737B-40C4-8C19-2425DC183974}"/>
              </a:ext>
            </a:extLst>
          </p:cNvPr>
          <p:cNvSpPr>
            <a:spLocks noGrp="1"/>
          </p:cNvSpPr>
          <p:nvPr/>
        </p:nvSpPr>
        <p:spPr>
          <a:xfrm>
            <a:off x="32289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4" name="!!evs-44">
            <a:extLst>
              <a:ext uri="{FF2B5EF4-FFF2-40B4-BE49-F238E27FC236}">
                <a16:creationId xmlns:a16="http://schemas.microsoft.com/office/drawing/2014/main" id="{1FF76AD1-C273-445C-8113-9B176818EC9B}"/>
              </a:ext>
            </a:extLst>
          </p:cNvPr>
          <p:cNvSpPr>
            <a:spLocks noGrp="1"/>
          </p:cNvSpPr>
          <p:nvPr/>
        </p:nvSpPr>
        <p:spPr>
          <a:xfrm>
            <a:off x="31813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45" name="!!evs-45">
            <a:extLst>
              <a:ext uri="{FF2B5EF4-FFF2-40B4-BE49-F238E27FC236}">
                <a16:creationId xmlns:a16="http://schemas.microsoft.com/office/drawing/2014/main" id="{FF8E7A6C-95C8-4FC6-B3D7-D6EB10C059E4}"/>
              </a:ext>
            </a:extLst>
          </p:cNvPr>
          <p:cNvSpPr>
            <a:spLocks noGrp="1"/>
          </p:cNvSpPr>
          <p:nvPr/>
        </p:nvSpPr>
        <p:spPr>
          <a:xfrm>
            <a:off x="38290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6" name="!!evs-46">
            <a:extLst>
              <a:ext uri="{FF2B5EF4-FFF2-40B4-BE49-F238E27FC236}">
                <a16:creationId xmlns:a16="http://schemas.microsoft.com/office/drawing/2014/main" id="{14B92156-D60C-4970-86D9-C0A039AD03EA}"/>
              </a:ext>
            </a:extLst>
          </p:cNvPr>
          <p:cNvSpPr>
            <a:spLocks noGrp="1"/>
          </p:cNvSpPr>
          <p:nvPr/>
        </p:nvSpPr>
        <p:spPr>
          <a:xfrm>
            <a:off x="38290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pic>
        <p:nvPicPr>
          <p:cNvPr id="47" name="!!evs-47"/>
          <p:cNvPicPr>
            <a:picLocks noChangeAspect="1"/>
          </p:cNvPicPr>
          <p:nvPr/>
        </p:nvPicPr>
        <p:blipFill>
          <a:blip r:embed="rId5">
            <a:alphaModFix amt="38000"/>
          </a:blip>
          <a:stretch/>
        </p:blipFill>
        <p:spPr>
          <a:xfrm>
            <a:off x="3800475" y="2266950"/>
            <a:ext cx="381000" cy="381000"/>
          </a:xfrm>
          <a:prstGeom prst="rect">
            <a:avLst/>
          </a:prstGeom>
        </p:spPr>
      </p:pic>
      <p:sp>
        <p:nvSpPr>
          <p:cNvPr id="48" name="!!evs-48">
            <a:extLst>
              <a:ext uri="{FF2B5EF4-FFF2-40B4-BE49-F238E27FC236}">
                <a16:creationId xmlns:a16="http://schemas.microsoft.com/office/drawing/2014/main" id="{D970A5C3-2204-4DB5-81BC-602A5D54C700}"/>
              </a:ext>
            </a:extLst>
          </p:cNvPr>
          <p:cNvSpPr>
            <a:spLocks noGrp="1"/>
          </p:cNvSpPr>
          <p:nvPr/>
        </p:nvSpPr>
        <p:spPr>
          <a:xfrm>
            <a:off x="33147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DISCOVER</a:t>
            </a:r>
          </a:p>
        </p:txBody>
      </p:sp>
      <p:sp>
        <p:nvSpPr>
          <p:cNvPr id="49" name="!!evs-49">
            <a:extLst>
              <a:ext uri="{FF2B5EF4-FFF2-40B4-BE49-F238E27FC236}">
                <a16:creationId xmlns:a16="http://schemas.microsoft.com/office/drawing/2014/main" id="{74CA5162-9CC4-4954-9EAB-A1BF05A4755E}"/>
              </a:ext>
            </a:extLst>
          </p:cNvPr>
          <p:cNvSpPr>
            <a:spLocks noGrp="1"/>
          </p:cNvSpPr>
          <p:nvPr/>
        </p:nvSpPr>
        <p:spPr>
          <a:xfrm>
            <a:off x="33528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681"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Browse • search • archive</a:t>
            </a:r>
          </a:p>
        </p:txBody>
      </p:sp>
      <p:sp>
        <p:nvSpPr>
          <p:cNvPr id="50" name="!!evs-50">
            <a:extLst>
              <a:ext uri="{FF2B5EF4-FFF2-40B4-BE49-F238E27FC236}">
                <a16:creationId xmlns:a16="http://schemas.microsoft.com/office/drawing/2014/main" id="{354E84AC-3A46-40B3-B616-71EE602F7BE4}"/>
              </a:ext>
            </a:extLst>
          </p:cNvPr>
          <p:cNvSpPr>
            <a:spLocks noGrp="1"/>
          </p:cNvSpPr>
          <p:nvPr/>
        </p:nvSpPr>
        <p:spPr>
          <a:xfrm>
            <a:off x="47148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1" name="!!evs-51">
            <a:extLst>
              <a:ext uri="{FF2B5EF4-FFF2-40B4-BE49-F238E27FC236}">
                <a16:creationId xmlns:a16="http://schemas.microsoft.com/office/drawing/2014/main" id="{BD78408E-8202-42F3-8A3B-0459F6167A64}"/>
              </a:ext>
            </a:extLst>
          </p:cNvPr>
          <p:cNvSpPr>
            <a:spLocks noGrp="1"/>
          </p:cNvSpPr>
          <p:nvPr/>
        </p:nvSpPr>
        <p:spPr>
          <a:xfrm>
            <a:off x="46672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52" name="!!evs-52">
            <a:extLst>
              <a:ext uri="{FF2B5EF4-FFF2-40B4-BE49-F238E27FC236}">
                <a16:creationId xmlns:a16="http://schemas.microsoft.com/office/drawing/2014/main" id="{560FA54A-32F6-4287-A880-738AE8C1A8DF}"/>
              </a:ext>
            </a:extLst>
          </p:cNvPr>
          <p:cNvSpPr>
            <a:spLocks noGrp="1"/>
          </p:cNvSpPr>
          <p:nvPr/>
        </p:nvSpPr>
        <p:spPr>
          <a:xfrm>
            <a:off x="53149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3" name="!!evs-53">
            <a:extLst>
              <a:ext uri="{FF2B5EF4-FFF2-40B4-BE49-F238E27FC236}">
                <a16:creationId xmlns:a16="http://schemas.microsoft.com/office/drawing/2014/main" id="{15EBE860-92BD-46AB-AC79-3CE674E79315}"/>
              </a:ext>
            </a:extLst>
          </p:cNvPr>
          <p:cNvSpPr>
            <a:spLocks noGrp="1"/>
          </p:cNvSpPr>
          <p:nvPr/>
        </p:nvSpPr>
        <p:spPr>
          <a:xfrm>
            <a:off x="53149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pic>
        <p:nvPicPr>
          <p:cNvPr id="54" name="!!evs-54"/>
          <p:cNvPicPr>
            <a:picLocks noChangeAspect="1"/>
          </p:cNvPicPr>
          <p:nvPr/>
        </p:nvPicPr>
        <p:blipFill>
          <a:blip r:embed="rId6">
            <a:alphaModFix amt="38000"/>
          </a:blip>
          <a:stretch/>
        </p:blipFill>
        <p:spPr>
          <a:xfrm>
            <a:off x="5286375" y="2266950"/>
            <a:ext cx="381000" cy="381000"/>
          </a:xfrm>
          <a:prstGeom prst="rect">
            <a:avLst/>
          </a:prstGeom>
        </p:spPr>
      </p:pic>
      <p:sp>
        <p:nvSpPr>
          <p:cNvPr id="55" name="!!evs-55">
            <a:extLst>
              <a:ext uri="{FF2B5EF4-FFF2-40B4-BE49-F238E27FC236}">
                <a16:creationId xmlns:a16="http://schemas.microsoft.com/office/drawing/2014/main" id="{BAC3CF60-05BB-4CDE-A37D-749093B76809}"/>
              </a:ext>
            </a:extLst>
          </p:cNvPr>
          <p:cNvSpPr>
            <a:spLocks noGrp="1"/>
          </p:cNvSpPr>
          <p:nvPr/>
        </p:nvSpPr>
        <p:spPr>
          <a:xfrm>
            <a:off x="48006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CREATE</a:t>
            </a:r>
          </a:p>
        </p:txBody>
      </p:sp>
      <p:sp>
        <p:nvSpPr>
          <p:cNvPr id="56" name="!!evs-56">
            <a:extLst>
              <a:ext uri="{FF2B5EF4-FFF2-40B4-BE49-F238E27FC236}">
                <a16:creationId xmlns:a16="http://schemas.microsoft.com/office/drawing/2014/main" id="{5F06D6D3-C72D-4A46-A5FD-72B86FE37B3D}"/>
              </a:ext>
            </a:extLst>
          </p:cNvPr>
          <p:cNvSpPr>
            <a:spLocks noGrp="1"/>
          </p:cNvSpPr>
          <p:nvPr/>
        </p:nvSpPr>
        <p:spPr>
          <a:xfrm>
            <a:off x="48387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Fast-turn clips + edits</a:t>
            </a:r>
          </a:p>
        </p:txBody>
      </p:sp>
      <p:sp>
        <p:nvSpPr>
          <p:cNvPr id="57" name="!!evs-57">
            <a:extLst>
              <a:ext uri="{FF2B5EF4-FFF2-40B4-BE49-F238E27FC236}">
                <a16:creationId xmlns:a16="http://schemas.microsoft.com/office/drawing/2014/main" id="{10883198-CAF9-4058-8B32-EE9A2975D160}"/>
              </a:ext>
            </a:extLst>
          </p:cNvPr>
          <p:cNvSpPr>
            <a:spLocks noGrp="1"/>
          </p:cNvSpPr>
          <p:nvPr/>
        </p:nvSpPr>
        <p:spPr>
          <a:xfrm>
            <a:off x="62007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8" name="!!evs-58">
            <a:extLst>
              <a:ext uri="{FF2B5EF4-FFF2-40B4-BE49-F238E27FC236}">
                <a16:creationId xmlns:a16="http://schemas.microsoft.com/office/drawing/2014/main" id="{F91C721F-9EC8-4350-881C-ECD94A1460E9}"/>
              </a:ext>
            </a:extLst>
          </p:cNvPr>
          <p:cNvSpPr>
            <a:spLocks noGrp="1"/>
          </p:cNvSpPr>
          <p:nvPr/>
        </p:nvSpPr>
        <p:spPr>
          <a:xfrm>
            <a:off x="61531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59" name="!!evs-59">
            <a:extLst>
              <a:ext uri="{FF2B5EF4-FFF2-40B4-BE49-F238E27FC236}">
                <a16:creationId xmlns:a16="http://schemas.microsoft.com/office/drawing/2014/main" id="{0BD1D863-CD98-4BC4-83F2-5D8604CD4EF7}"/>
              </a:ext>
            </a:extLst>
          </p:cNvPr>
          <p:cNvSpPr>
            <a:spLocks noGrp="1"/>
          </p:cNvSpPr>
          <p:nvPr/>
        </p:nvSpPr>
        <p:spPr>
          <a:xfrm>
            <a:off x="68008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0" name="!!evs-60">
            <a:extLst>
              <a:ext uri="{FF2B5EF4-FFF2-40B4-BE49-F238E27FC236}">
                <a16:creationId xmlns:a16="http://schemas.microsoft.com/office/drawing/2014/main" id="{8A7CD8CF-D055-474C-B37B-73881EDCF42D}"/>
              </a:ext>
            </a:extLst>
          </p:cNvPr>
          <p:cNvSpPr>
            <a:spLocks noGrp="1"/>
          </p:cNvSpPr>
          <p:nvPr/>
        </p:nvSpPr>
        <p:spPr>
          <a:xfrm>
            <a:off x="68008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pic>
        <p:nvPicPr>
          <p:cNvPr id="61" name="!!evs-61"/>
          <p:cNvPicPr>
            <a:picLocks noChangeAspect="1"/>
          </p:cNvPicPr>
          <p:nvPr/>
        </p:nvPicPr>
        <p:blipFill>
          <a:blip r:embed="rId7">
            <a:alphaModFix amt="38000"/>
          </a:blip>
          <a:stretch/>
        </p:blipFill>
        <p:spPr>
          <a:xfrm>
            <a:off x="6772275" y="2266950"/>
            <a:ext cx="381000" cy="381000"/>
          </a:xfrm>
          <a:prstGeom prst="rect">
            <a:avLst/>
          </a:prstGeom>
        </p:spPr>
      </p:pic>
      <p:sp>
        <p:nvSpPr>
          <p:cNvPr id="62" name="!!evs-62">
            <a:extLst>
              <a:ext uri="{FF2B5EF4-FFF2-40B4-BE49-F238E27FC236}">
                <a16:creationId xmlns:a16="http://schemas.microsoft.com/office/drawing/2014/main" id="{8F2525E9-80A5-49BF-AD21-471BDAA4739A}"/>
              </a:ext>
            </a:extLst>
          </p:cNvPr>
          <p:cNvSpPr>
            <a:spLocks noGrp="1"/>
          </p:cNvSpPr>
          <p:nvPr/>
        </p:nvSpPr>
        <p:spPr>
          <a:xfrm>
            <a:off x="62865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97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COLLABORATE</a:t>
            </a:r>
          </a:p>
        </p:txBody>
      </p:sp>
      <p:sp>
        <p:nvSpPr>
          <p:cNvPr id="63" name="!!evs-63">
            <a:extLst>
              <a:ext uri="{FF2B5EF4-FFF2-40B4-BE49-F238E27FC236}">
                <a16:creationId xmlns:a16="http://schemas.microsoft.com/office/drawing/2014/main" id="{E36A47E3-2F58-4AD8-8713-172646A72155}"/>
              </a:ext>
            </a:extLst>
          </p:cNvPr>
          <p:cNvSpPr>
            <a:spLocks noGrp="1"/>
          </p:cNvSpPr>
          <p:nvPr/>
        </p:nvSpPr>
        <p:spPr>
          <a:xfrm>
            <a:off x="63246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681"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Rundown • approvals • status</a:t>
            </a:r>
          </a:p>
        </p:txBody>
      </p:sp>
      <p:sp>
        <p:nvSpPr>
          <p:cNvPr id="64" name="!!evs-64">
            <a:extLst>
              <a:ext uri="{FF2B5EF4-FFF2-40B4-BE49-F238E27FC236}">
                <a16:creationId xmlns:a16="http://schemas.microsoft.com/office/drawing/2014/main" id="{AEF3FC3D-94E7-4D10-9647-5041BEFD47D1}"/>
              </a:ext>
            </a:extLst>
          </p:cNvPr>
          <p:cNvSpPr>
            <a:spLocks noGrp="1"/>
          </p:cNvSpPr>
          <p:nvPr/>
        </p:nvSpPr>
        <p:spPr>
          <a:xfrm>
            <a:off x="76866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5" name="!!evs-65">
            <a:extLst>
              <a:ext uri="{FF2B5EF4-FFF2-40B4-BE49-F238E27FC236}">
                <a16:creationId xmlns:a16="http://schemas.microsoft.com/office/drawing/2014/main" id="{B886F13F-5C88-4943-A01B-C6A67FA3E5F4}"/>
              </a:ext>
            </a:extLst>
          </p:cNvPr>
          <p:cNvSpPr>
            <a:spLocks noGrp="1"/>
          </p:cNvSpPr>
          <p:nvPr/>
        </p:nvSpPr>
        <p:spPr>
          <a:xfrm>
            <a:off x="76390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66" name="!!evs-66">
            <a:extLst>
              <a:ext uri="{FF2B5EF4-FFF2-40B4-BE49-F238E27FC236}">
                <a16:creationId xmlns:a16="http://schemas.microsoft.com/office/drawing/2014/main" id="{087824FA-B3D0-4C31-BB76-3C723980F095}"/>
              </a:ext>
            </a:extLst>
          </p:cNvPr>
          <p:cNvSpPr>
            <a:spLocks noGrp="1"/>
          </p:cNvSpPr>
          <p:nvPr/>
        </p:nvSpPr>
        <p:spPr>
          <a:xfrm>
            <a:off x="82867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7" name="!!evs-67">
            <a:extLst>
              <a:ext uri="{FF2B5EF4-FFF2-40B4-BE49-F238E27FC236}">
                <a16:creationId xmlns:a16="http://schemas.microsoft.com/office/drawing/2014/main" id="{C41E1F2F-B7AD-4175-897D-1FF8060706E5}"/>
              </a:ext>
            </a:extLst>
          </p:cNvPr>
          <p:cNvSpPr>
            <a:spLocks noGrp="1"/>
          </p:cNvSpPr>
          <p:nvPr/>
        </p:nvSpPr>
        <p:spPr>
          <a:xfrm>
            <a:off x="82867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pic>
        <p:nvPicPr>
          <p:cNvPr id="68" name="!!evs-68"/>
          <p:cNvPicPr>
            <a:picLocks noChangeAspect="1"/>
          </p:cNvPicPr>
          <p:nvPr/>
        </p:nvPicPr>
        <p:blipFill>
          <a:blip r:embed="rId8">
            <a:alphaModFix amt="38000"/>
          </a:blip>
          <a:stretch/>
        </p:blipFill>
        <p:spPr>
          <a:xfrm>
            <a:off x="8258175" y="2266950"/>
            <a:ext cx="381000" cy="381000"/>
          </a:xfrm>
          <a:prstGeom prst="rect">
            <a:avLst/>
          </a:prstGeom>
        </p:spPr>
      </p:pic>
      <p:sp>
        <p:nvSpPr>
          <p:cNvPr id="69" name="!!evs-69">
            <a:extLst>
              <a:ext uri="{FF2B5EF4-FFF2-40B4-BE49-F238E27FC236}">
                <a16:creationId xmlns:a16="http://schemas.microsoft.com/office/drawing/2014/main" id="{99F95D8A-DAD1-47EE-BF12-8962197F2B3E}"/>
              </a:ext>
            </a:extLst>
          </p:cNvPr>
          <p:cNvSpPr>
            <a:spLocks noGrp="1"/>
          </p:cNvSpPr>
          <p:nvPr/>
        </p:nvSpPr>
        <p:spPr>
          <a:xfrm>
            <a:off x="77724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ENRICH</a:t>
            </a:r>
          </a:p>
        </p:txBody>
      </p:sp>
      <p:sp>
        <p:nvSpPr>
          <p:cNvPr id="70" name="!!evs-70">
            <a:extLst>
              <a:ext uri="{FF2B5EF4-FFF2-40B4-BE49-F238E27FC236}">
                <a16:creationId xmlns:a16="http://schemas.microsoft.com/office/drawing/2014/main" id="{CA89AC6B-410B-441E-8561-D0511D7AC054}"/>
              </a:ext>
            </a:extLst>
          </p:cNvPr>
          <p:cNvSpPr>
            <a:spLocks noGrp="1"/>
          </p:cNvSpPr>
          <p:nvPr/>
        </p:nvSpPr>
        <p:spPr>
          <a:xfrm>
            <a:off x="78105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681"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Graphics • captions • automation</a:t>
            </a:r>
          </a:p>
        </p:txBody>
      </p:sp>
      <p:sp>
        <p:nvSpPr>
          <p:cNvPr id="71" name="!!evs-71">
            <a:extLst>
              <a:ext uri="{FF2B5EF4-FFF2-40B4-BE49-F238E27FC236}">
                <a16:creationId xmlns:a16="http://schemas.microsoft.com/office/drawing/2014/main" id="{3969CE09-7356-4DD9-99A1-9CC15041CE1A}"/>
              </a:ext>
            </a:extLst>
          </p:cNvPr>
          <p:cNvSpPr>
            <a:spLocks noGrp="1"/>
          </p:cNvSpPr>
          <p:nvPr/>
        </p:nvSpPr>
        <p:spPr>
          <a:xfrm>
            <a:off x="91725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2" name="!!evs-72">
            <a:extLst>
              <a:ext uri="{FF2B5EF4-FFF2-40B4-BE49-F238E27FC236}">
                <a16:creationId xmlns:a16="http://schemas.microsoft.com/office/drawing/2014/main" id="{1F0A3DDF-1FE6-4C42-8E83-C5778A02ADCB}"/>
              </a:ext>
            </a:extLst>
          </p:cNvPr>
          <p:cNvSpPr>
            <a:spLocks noGrp="1"/>
          </p:cNvSpPr>
          <p:nvPr/>
        </p:nvSpPr>
        <p:spPr>
          <a:xfrm>
            <a:off x="91249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73" name="!!evs-73">
            <a:extLst>
              <a:ext uri="{FF2B5EF4-FFF2-40B4-BE49-F238E27FC236}">
                <a16:creationId xmlns:a16="http://schemas.microsoft.com/office/drawing/2014/main" id="{E3A13548-8DEC-4242-A4C4-807BC8AA539D}"/>
              </a:ext>
            </a:extLst>
          </p:cNvPr>
          <p:cNvSpPr>
            <a:spLocks noGrp="1"/>
          </p:cNvSpPr>
          <p:nvPr/>
        </p:nvSpPr>
        <p:spPr>
          <a:xfrm>
            <a:off x="97726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4" name="!!evs-74">
            <a:extLst>
              <a:ext uri="{FF2B5EF4-FFF2-40B4-BE49-F238E27FC236}">
                <a16:creationId xmlns:a16="http://schemas.microsoft.com/office/drawing/2014/main" id="{76479C2D-43B9-4420-9187-9F75D04020B2}"/>
              </a:ext>
            </a:extLst>
          </p:cNvPr>
          <p:cNvSpPr>
            <a:spLocks noGrp="1"/>
          </p:cNvSpPr>
          <p:nvPr/>
        </p:nvSpPr>
        <p:spPr>
          <a:xfrm>
            <a:off x="97726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7</a:t>
            </a:r>
          </a:p>
        </p:txBody>
      </p:sp>
      <p:pic>
        <p:nvPicPr>
          <p:cNvPr id="75" name="!!evs-75"/>
          <p:cNvPicPr>
            <a:picLocks noChangeAspect="1"/>
          </p:cNvPicPr>
          <p:nvPr/>
        </p:nvPicPr>
        <p:blipFill>
          <a:blip r:embed="rId9">
            <a:alphaModFix amt="38000"/>
          </a:blip>
          <a:stretch/>
        </p:blipFill>
        <p:spPr>
          <a:xfrm>
            <a:off x="9744075" y="2266950"/>
            <a:ext cx="381000" cy="381000"/>
          </a:xfrm>
          <a:prstGeom prst="rect">
            <a:avLst/>
          </a:prstGeom>
        </p:spPr>
      </p:pic>
      <p:sp>
        <p:nvSpPr>
          <p:cNvPr id="76" name="!!evs-76">
            <a:extLst>
              <a:ext uri="{FF2B5EF4-FFF2-40B4-BE49-F238E27FC236}">
                <a16:creationId xmlns:a16="http://schemas.microsoft.com/office/drawing/2014/main" id="{C9042E39-6F9F-4DE7-A582-3D04CDF71F1A}"/>
              </a:ext>
            </a:extLst>
          </p:cNvPr>
          <p:cNvSpPr>
            <a:spLocks noGrp="1"/>
          </p:cNvSpPr>
          <p:nvPr/>
        </p:nvSpPr>
        <p:spPr>
          <a:xfrm>
            <a:off x="92583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DELIVER</a:t>
            </a:r>
          </a:p>
        </p:txBody>
      </p:sp>
      <p:sp>
        <p:nvSpPr>
          <p:cNvPr id="77" name="!!evs-77">
            <a:extLst>
              <a:ext uri="{FF2B5EF4-FFF2-40B4-BE49-F238E27FC236}">
                <a16:creationId xmlns:a16="http://schemas.microsoft.com/office/drawing/2014/main" id="{064CD8C8-B6C2-4D55-B6C9-EB09B8C760F4}"/>
              </a:ext>
            </a:extLst>
          </p:cNvPr>
          <p:cNvSpPr>
            <a:spLocks noGrp="1"/>
          </p:cNvSpPr>
          <p:nvPr/>
        </p:nvSpPr>
        <p:spPr>
          <a:xfrm>
            <a:off x="92964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Broadcast • web • social</a:t>
            </a:r>
          </a:p>
        </p:txBody>
      </p:sp>
      <p:sp>
        <p:nvSpPr>
          <p:cNvPr id="78" name="!!evs-78">
            <a:extLst>
              <a:ext uri="{FF2B5EF4-FFF2-40B4-BE49-F238E27FC236}">
                <a16:creationId xmlns:a16="http://schemas.microsoft.com/office/drawing/2014/main" id="{62CB608B-1EAB-4C56-B18B-03A01CC285E5}"/>
              </a:ext>
            </a:extLst>
          </p:cNvPr>
          <p:cNvSpPr>
            <a:spLocks noGrp="1"/>
          </p:cNvSpPr>
          <p:nvPr/>
        </p:nvSpPr>
        <p:spPr>
          <a:xfrm>
            <a:off x="106584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9" name="!!evs-79">
            <a:extLst>
              <a:ext uri="{FF2B5EF4-FFF2-40B4-BE49-F238E27FC236}">
                <a16:creationId xmlns:a16="http://schemas.microsoft.com/office/drawing/2014/main" id="{343A81A5-E901-489A-97D9-B9CD9CBA0678}"/>
              </a:ext>
            </a:extLst>
          </p:cNvPr>
          <p:cNvSpPr>
            <a:spLocks noGrp="1"/>
          </p:cNvSpPr>
          <p:nvPr/>
        </p:nvSpPr>
        <p:spPr>
          <a:xfrm>
            <a:off x="106108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80" name="!!evs-80">
            <a:extLst>
              <a:ext uri="{FF2B5EF4-FFF2-40B4-BE49-F238E27FC236}">
                <a16:creationId xmlns:a16="http://schemas.microsoft.com/office/drawing/2014/main" id="{73C67DA5-5403-454E-BD3D-B576E71A9DD9}"/>
              </a:ext>
            </a:extLst>
          </p:cNvPr>
          <p:cNvSpPr>
            <a:spLocks noGrp="1"/>
          </p:cNvSpPr>
          <p:nvPr/>
        </p:nvSpPr>
        <p:spPr>
          <a:xfrm>
            <a:off x="112585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1" name="!!evs-81">
            <a:extLst>
              <a:ext uri="{FF2B5EF4-FFF2-40B4-BE49-F238E27FC236}">
                <a16:creationId xmlns:a16="http://schemas.microsoft.com/office/drawing/2014/main" id="{CA0A1820-639C-45C0-B6FA-1F18BBC9FBC6}"/>
              </a:ext>
            </a:extLst>
          </p:cNvPr>
          <p:cNvSpPr>
            <a:spLocks noGrp="1"/>
          </p:cNvSpPr>
          <p:nvPr/>
        </p:nvSpPr>
        <p:spPr>
          <a:xfrm>
            <a:off x="112585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8</a:t>
            </a:r>
          </a:p>
        </p:txBody>
      </p:sp>
      <p:pic>
        <p:nvPicPr>
          <p:cNvPr id="82" name="!!evs-82"/>
          <p:cNvPicPr>
            <a:picLocks noChangeAspect="1"/>
          </p:cNvPicPr>
          <p:nvPr/>
        </p:nvPicPr>
        <p:blipFill>
          <a:blip r:embed="rId10">
            <a:alphaModFix amt="38000"/>
          </a:blip>
          <a:stretch/>
        </p:blipFill>
        <p:spPr>
          <a:xfrm>
            <a:off x="11229975" y="2266950"/>
            <a:ext cx="381000" cy="381000"/>
          </a:xfrm>
          <a:prstGeom prst="rect">
            <a:avLst/>
          </a:prstGeom>
        </p:spPr>
      </p:pic>
      <p:sp>
        <p:nvSpPr>
          <p:cNvPr id="83" name="!!evs-83">
            <a:extLst>
              <a:ext uri="{FF2B5EF4-FFF2-40B4-BE49-F238E27FC236}">
                <a16:creationId xmlns:a16="http://schemas.microsoft.com/office/drawing/2014/main" id="{7C11AC9F-D256-4CEB-9612-93079CAAC6BB}"/>
              </a:ext>
            </a:extLst>
          </p:cNvPr>
          <p:cNvSpPr>
            <a:spLocks noGrp="1"/>
          </p:cNvSpPr>
          <p:nvPr/>
        </p:nvSpPr>
        <p:spPr>
          <a:xfrm>
            <a:off x="107442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PROTECT</a:t>
            </a:r>
          </a:p>
        </p:txBody>
      </p:sp>
      <p:sp>
        <p:nvSpPr>
          <p:cNvPr id="84" name="!!evs-84">
            <a:extLst>
              <a:ext uri="{FF2B5EF4-FFF2-40B4-BE49-F238E27FC236}">
                <a16:creationId xmlns:a16="http://schemas.microsoft.com/office/drawing/2014/main" id="{D136EEBC-5EEA-4317-832A-6CDAECB5CA59}"/>
              </a:ext>
            </a:extLst>
          </p:cNvPr>
          <p:cNvSpPr>
            <a:spLocks noGrp="1"/>
          </p:cNvSpPr>
          <p:nvPr/>
        </p:nvSpPr>
        <p:spPr>
          <a:xfrm>
            <a:off x="107823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043"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Permissions • audit • backup</a:t>
            </a:r>
          </a:p>
        </p:txBody>
      </p:sp>
      <p:sp>
        <p:nvSpPr>
          <p:cNvPr id="85" name="!!evs-85">
            <a:extLst>
              <a:ext uri="{FF2B5EF4-FFF2-40B4-BE49-F238E27FC236}">
                <a16:creationId xmlns:a16="http://schemas.microsoft.com/office/drawing/2014/main" id="{E2548952-CC3D-487E-AAEA-D171427089DB}"/>
              </a:ext>
            </a:extLst>
          </p:cNvPr>
          <p:cNvSpPr>
            <a:spLocks noGrp="1"/>
          </p:cNvSpPr>
          <p:nvPr/>
        </p:nvSpPr>
        <p:spPr>
          <a:xfrm>
            <a:off x="638175" y="3705225"/>
            <a:ext cx="10915650" cy="19050"/>
          </a:xfrm>
          <a:prstGeom prst="rect">
            <a:avLst/>
          </a:prstGeom>
          <a:solidFill>
            <a:srgbClr val="238EC0">
              <a:alpha val="7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6" name="!!evs-86">
            <a:extLst>
              <a:ext uri="{FF2B5EF4-FFF2-40B4-BE49-F238E27FC236}">
                <a16:creationId xmlns:a16="http://schemas.microsoft.com/office/drawing/2014/main" id="{E2590127-FE6B-4CD3-A556-424A212AA65A}"/>
              </a:ext>
            </a:extLst>
          </p:cNvPr>
          <p:cNvSpPr>
            <a:spLocks noGrp="1"/>
          </p:cNvSpPr>
          <p:nvPr/>
        </p:nvSpPr>
        <p:spPr>
          <a:xfrm>
            <a:off x="10096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7" name="!!evs-87">
            <a:extLst>
              <a:ext uri="{FF2B5EF4-FFF2-40B4-BE49-F238E27FC236}">
                <a16:creationId xmlns:a16="http://schemas.microsoft.com/office/drawing/2014/main" id="{2EDF0EAD-F3F4-4781-B223-F5A0F98EDD48}"/>
              </a:ext>
            </a:extLst>
          </p:cNvPr>
          <p:cNvSpPr>
            <a:spLocks noGrp="1"/>
          </p:cNvSpPr>
          <p:nvPr/>
        </p:nvSpPr>
        <p:spPr>
          <a:xfrm>
            <a:off x="9810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8" name="!!evs-88">
            <a:extLst>
              <a:ext uri="{FF2B5EF4-FFF2-40B4-BE49-F238E27FC236}">
                <a16:creationId xmlns:a16="http://schemas.microsoft.com/office/drawing/2014/main" id="{B75A5305-EB8F-4EB2-894C-2F932DABCDC8}"/>
              </a:ext>
            </a:extLst>
          </p:cNvPr>
          <p:cNvSpPr>
            <a:spLocks noGrp="1"/>
          </p:cNvSpPr>
          <p:nvPr/>
        </p:nvSpPr>
        <p:spPr>
          <a:xfrm>
            <a:off x="24955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9" name="!!evs-89">
            <a:extLst>
              <a:ext uri="{FF2B5EF4-FFF2-40B4-BE49-F238E27FC236}">
                <a16:creationId xmlns:a16="http://schemas.microsoft.com/office/drawing/2014/main" id="{2539F03D-416B-4279-B6E2-2BB0E2B3B469}"/>
              </a:ext>
            </a:extLst>
          </p:cNvPr>
          <p:cNvSpPr>
            <a:spLocks noGrp="1"/>
          </p:cNvSpPr>
          <p:nvPr/>
        </p:nvSpPr>
        <p:spPr>
          <a:xfrm>
            <a:off x="24669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0" name="!!evs-90">
            <a:extLst>
              <a:ext uri="{FF2B5EF4-FFF2-40B4-BE49-F238E27FC236}">
                <a16:creationId xmlns:a16="http://schemas.microsoft.com/office/drawing/2014/main" id="{BBB6EDAA-42FB-4444-8C07-C600DB2CC18D}"/>
              </a:ext>
            </a:extLst>
          </p:cNvPr>
          <p:cNvSpPr>
            <a:spLocks noGrp="1"/>
          </p:cNvSpPr>
          <p:nvPr/>
        </p:nvSpPr>
        <p:spPr>
          <a:xfrm>
            <a:off x="39814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1" name="!!evs-91">
            <a:extLst>
              <a:ext uri="{FF2B5EF4-FFF2-40B4-BE49-F238E27FC236}">
                <a16:creationId xmlns:a16="http://schemas.microsoft.com/office/drawing/2014/main" id="{AC63C304-3ECF-4447-9DCC-F7AD54062E4A}"/>
              </a:ext>
            </a:extLst>
          </p:cNvPr>
          <p:cNvSpPr>
            <a:spLocks noGrp="1"/>
          </p:cNvSpPr>
          <p:nvPr/>
        </p:nvSpPr>
        <p:spPr>
          <a:xfrm>
            <a:off x="39528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2" name="!!evs-92">
            <a:extLst>
              <a:ext uri="{FF2B5EF4-FFF2-40B4-BE49-F238E27FC236}">
                <a16:creationId xmlns:a16="http://schemas.microsoft.com/office/drawing/2014/main" id="{EDCB6E99-D008-489B-9EF1-97C0524D21DC}"/>
              </a:ext>
            </a:extLst>
          </p:cNvPr>
          <p:cNvSpPr>
            <a:spLocks noGrp="1"/>
          </p:cNvSpPr>
          <p:nvPr/>
        </p:nvSpPr>
        <p:spPr>
          <a:xfrm>
            <a:off x="54673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3" name="!!evs-93">
            <a:extLst>
              <a:ext uri="{FF2B5EF4-FFF2-40B4-BE49-F238E27FC236}">
                <a16:creationId xmlns:a16="http://schemas.microsoft.com/office/drawing/2014/main" id="{DA5DBB0C-4A51-4B0A-BBE8-86EAB20FEE44}"/>
              </a:ext>
            </a:extLst>
          </p:cNvPr>
          <p:cNvSpPr>
            <a:spLocks noGrp="1"/>
          </p:cNvSpPr>
          <p:nvPr/>
        </p:nvSpPr>
        <p:spPr>
          <a:xfrm>
            <a:off x="54387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4" name="!!evs-94">
            <a:extLst>
              <a:ext uri="{FF2B5EF4-FFF2-40B4-BE49-F238E27FC236}">
                <a16:creationId xmlns:a16="http://schemas.microsoft.com/office/drawing/2014/main" id="{7FD6BFA2-BD1F-4C13-B652-4442CE244047}"/>
              </a:ext>
            </a:extLst>
          </p:cNvPr>
          <p:cNvSpPr>
            <a:spLocks noGrp="1"/>
          </p:cNvSpPr>
          <p:nvPr/>
        </p:nvSpPr>
        <p:spPr>
          <a:xfrm>
            <a:off x="69532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5" name="!!evs-95">
            <a:extLst>
              <a:ext uri="{FF2B5EF4-FFF2-40B4-BE49-F238E27FC236}">
                <a16:creationId xmlns:a16="http://schemas.microsoft.com/office/drawing/2014/main" id="{A2FF0313-9A88-4543-B35A-A12D2B0A87A2}"/>
              </a:ext>
            </a:extLst>
          </p:cNvPr>
          <p:cNvSpPr>
            <a:spLocks noGrp="1"/>
          </p:cNvSpPr>
          <p:nvPr/>
        </p:nvSpPr>
        <p:spPr>
          <a:xfrm>
            <a:off x="69246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6" name="!!evs-96">
            <a:extLst>
              <a:ext uri="{FF2B5EF4-FFF2-40B4-BE49-F238E27FC236}">
                <a16:creationId xmlns:a16="http://schemas.microsoft.com/office/drawing/2014/main" id="{FFFB27CF-E3A6-4074-9DB7-5F84C134A05A}"/>
              </a:ext>
            </a:extLst>
          </p:cNvPr>
          <p:cNvSpPr>
            <a:spLocks noGrp="1"/>
          </p:cNvSpPr>
          <p:nvPr/>
        </p:nvSpPr>
        <p:spPr>
          <a:xfrm>
            <a:off x="84391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7" name="!!evs-97">
            <a:extLst>
              <a:ext uri="{FF2B5EF4-FFF2-40B4-BE49-F238E27FC236}">
                <a16:creationId xmlns:a16="http://schemas.microsoft.com/office/drawing/2014/main" id="{841846A0-6779-40CE-9B76-4694C566937E}"/>
              </a:ext>
            </a:extLst>
          </p:cNvPr>
          <p:cNvSpPr>
            <a:spLocks noGrp="1"/>
          </p:cNvSpPr>
          <p:nvPr/>
        </p:nvSpPr>
        <p:spPr>
          <a:xfrm>
            <a:off x="84105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8" name="!!evs-98">
            <a:extLst>
              <a:ext uri="{FF2B5EF4-FFF2-40B4-BE49-F238E27FC236}">
                <a16:creationId xmlns:a16="http://schemas.microsoft.com/office/drawing/2014/main" id="{BDBD97F4-71D1-4E30-A52A-8AEACA5232EF}"/>
              </a:ext>
            </a:extLst>
          </p:cNvPr>
          <p:cNvSpPr>
            <a:spLocks noGrp="1"/>
          </p:cNvSpPr>
          <p:nvPr/>
        </p:nvSpPr>
        <p:spPr>
          <a:xfrm>
            <a:off x="99250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9" name="!!evs-99">
            <a:extLst>
              <a:ext uri="{FF2B5EF4-FFF2-40B4-BE49-F238E27FC236}">
                <a16:creationId xmlns:a16="http://schemas.microsoft.com/office/drawing/2014/main" id="{146B5E67-EB68-4DFD-86E3-A9D6F05F7247}"/>
              </a:ext>
            </a:extLst>
          </p:cNvPr>
          <p:cNvSpPr>
            <a:spLocks noGrp="1"/>
          </p:cNvSpPr>
          <p:nvPr/>
        </p:nvSpPr>
        <p:spPr>
          <a:xfrm>
            <a:off x="98964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0" name="!!evs-100">
            <a:extLst>
              <a:ext uri="{FF2B5EF4-FFF2-40B4-BE49-F238E27FC236}">
                <a16:creationId xmlns:a16="http://schemas.microsoft.com/office/drawing/2014/main" id="{B4813ED1-2468-4DBA-9310-14152D49AF7A}"/>
              </a:ext>
            </a:extLst>
          </p:cNvPr>
          <p:cNvSpPr>
            <a:spLocks noGrp="1"/>
          </p:cNvSpPr>
          <p:nvPr/>
        </p:nvSpPr>
        <p:spPr>
          <a:xfrm>
            <a:off x="114109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1" name="!!evs-101">
            <a:extLst>
              <a:ext uri="{FF2B5EF4-FFF2-40B4-BE49-F238E27FC236}">
                <a16:creationId xmlns:a16="http://schemas.microsoft.com/office/drawing/2014/main" id="{3CCFFB07-DD31-4E89-97D6-809E0F46BBA5}"/>
              </a:ext>
            </a:extLst>
          </p:cNvPr>
          <p:cNvSpPr>
            <a:spLocks noGrp="1"/>
          </p:cNvSpPr>
          <p:nvPr/>
        </p:nvSpPr>
        <p:spPr>
          <a:xfrm>
            <a:off x="113823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2" name="!!evs-102">
            <a:extLst>
              <a:ext uri="{FF2B5EF4-FFF2-40B4-BE49-F238E27FC236}">
                <a16:creationId xmlns:a16="http://schemas.microsoft.com/office/drawing/2014/main" id="{BCF93FF7-A15D-4F31-A827-003F550A8669}"/>
              </a:ext>
            </a:extLst>
          </p:cNvPr>
          <p:cNvSpPr>
            <a:spLocks noGrp="1"/>
          </p:cNvSpPr>
          <p:nvPr/>
        </p:nvSpPr>
        <p:spPr>
          <a:xfrm>
            <a:off x="400050" y="3905250"/>
            <a:ext cx="11391900" cy="9525"/>
          </a:xfrm>
          <a:prstGeom prst="rect">
            <a:avLst/>
          </a:prstGeom>
          <a:solidFill>
            <a:srgbClr val="58D9FF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3" name="!!evs-103">
            <a:extLst>
              <a:ext uri="{FF2B5EF4-FFF2-40B4-BE49-F238E27FC236}">
                <a16:creationId xmlns:a16="http://schemas.microsoft.com/office/drawing/2014/main" id="{2D7E5887-CE8D-4BAC-93E8-B65EA07C8F03}"/>
              </a:ext>
            </a:extLst>
          </p:cNvPr>
          <p:cNvSpPr>
            <a:spLocks noGrp="1"/>
          </p:cNvSpPr>
          <p:nvPr/>
        </p:nvSpPr>
        <p:spPr>
          <a:xfrm>
            <a:off x="400050" y="4943475"/>
            <a:ext cx="11391900" cy="9525"/>
          </a:xfrm>
          <a:prstGeom prst="rect">
            <a:avLst/>
          </a:prstGeom>
          <a:solidFill>
            <a:srgbClr val="238EC0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4" name="!!evs-104">
            <a:extLst>
              <a:ext uri="{FF2B5EF4-FFF2-40B4-BE49-F238E27FC236}">
                <a16:creationId xmlns:a16="http://schemas.microsoft.com/office/drawing/2014/main" id="{BC4F0EB1-7828-48A9-AFD3-03246BC0E0A8}"/>
              </a:ext>
            </a:extLst>
          </p:cNvPr>
          <p:cNvSpPr>
            <a:spLocks noGrp="1"/>
          </p:cNvSpPr>
          <p:nvPr/>
        </p:nvSpPr>
        <p:spPr>
          <a:xfrm>
            <a:off x="3695700" y="3962400"/>
            <a:ext cx="4800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POWERED BY A UNIFIED MEDIA FOUNDATION</a:t>
            </a:r>
          </a:p>
        </p:txBody>
      </p:sp>
      <p:pic>
        <p:nvPicPr>
          <p:cNvPr id="105" name="!!evs-105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685800" y="4129412"/>
            <a:ext cx="1809750" cy="637526"/>
          </a:xfrm>
          <a:prstGeom prst="rect">
            <a:avLst/>
          </a:prstGeom>
        </p:spPr>
      </p:pic>
      <p:pic>
        <p:nvPicPr>
          <p:cNvPr id="106" name="!!evs-106"/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9658350" y="4122701"/>
            <a:ext cx="1847850" cy="650947"/>
          </a:xfrm>
          <a:prstGeom prst="rect">
            <a:avLst/>
          </a:prstGeom>
        </p:spPr>
      </p:pic>
      <p:sp>
        <p:nvSpPr>
          <p:cNvPr id="107" name="!!evs-107">
            <a:extLst>
              <a:ext uri="{FF2B5EF4-FFF2-40B4-BE49-F238E27FC236}">
                <a16:creationId xmlns:a16="http://schemas.microsoft.com/office/drawing/2014/main" id="{F599F316-9A2A-4C84-AC82-A8EC9F24E75F}"/>
              </a:ext>
            </a:extLst>
          </p:cNvPr>
          <p:cNvSpPr>
            <a:spLocks noGrp="1"/>
          </p:cNvSpPr>
          <p:nvPr/>
        </p:nvSpPr>
        <p:spPr>
          <a:xfrm>
            <a:off x="876300" y="4705350"/>
            <a:ext cx="1447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rPr>
              <a:t>XS-VIA</a:t>
            </a:r>
          </a:p>
        </p:txBody>
      </p:sp>
      <p:sp>
        <p:nvSpPr>
          <p:cNvPr id="108" name="!!evs-108">
            <a:extLst>
              <a:ext uri="{FF2B5EF4-FFF2-40B4-BE49-F238E27FC236}">
                <a16:creationId xmlns:a16="http://schemas.microsoft.com/office/drawing/2014/main" id="{564E3D0D-1B9C-4E72-8F0A-C740A3EF96D2}"/>
              </a:ext>
            </a:extLst>
          </p:cNvPr>
          <p:cNvSpPr>
            <a:spLocks noGrp="1"/>
          </p:cNvSpPr>
          <p:nvPr/>
        </p:nvSpPr>
        <p:spPr>
          <a:xfrm>
            <a:off x="876300" y="4857750"/>
            <a:ext cx="14478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INGEST &amp; PLAYOUT</a:t>
            </a:r>
          </a:p>
        </p:txBody>
      </p:sp>
      <p:sp>
        <p:nvSpPr>
          <p:cNvPr id="109" name="!!evs-109">
            <a:extLst>
              <a:ext uri="{FF2B5EF4-FFF2-40B4-BE49-F238E27FC236}">
                <a16:creationId xmlns:a16="http://schemas.microsoft.com/office/drawing/2014/main" id="{457AD0BA-7CD2-4D95-AA8B-38DDAA41C928}"/>
              </a:ext>
            </a:extLst>
          </p:cNvPr>
          <p:cNvSpPr>
            <a:spLocks noGrp="1"/>
          </p:cNvSpPr>
          <p:nvPr/>
        </p:nvSpPr>
        <p:spPr>
          <a:xfrm>
            <a:off x="9810750" y="4705350"/>
            <a:ext cx="1543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rPr>
              <a:t>XSstore</a:t>
            </a:r>
          </a:p>
        </p:txBody>
      </p:sp>
      <p:sp>
        <p:nvSpPr>
          <p:cNvPr id="110" name="!!evs-110">
            <a:extLst>
              <a:ext uri="{FF2B5EF4-FFF2-40B4-BE49-F238E27FC236}">
                <a16:creationId xmlns:a16="http://schemas.microsoft.com/office/drawing/2014/main" id="{CCB4B253-E05B-4D4B-A656-06469EC530EB}"/>
              </a:ext>
            </a:extLst>
          </p:cNvPr>
          <p:cNvSpPr>
            <a:spLocks noGrp="1"/>
          </p:cNvSpPr>
          <p:nvPr/>
        </p:nvSpPr>
        <p:spPr>
          <a:xfrm>
            <a:off x="9810750" y="4857750"/>
            <a:ext cx="15430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NEARLINE STORAGE</a:t>
            </a:r>
          </a:p>
        </p:txBody>
      </p:sp>
      <p:sp>
        <p:nvSpPr>
          <p:cNvPr id="111" name="!!evs-111">
            <a:extLst>
              <a:ext uri="{FF2B5EF4-FFF2-40B4-BE49-F238E27FC236}">
                <a16:creationId xmlns:a16="http://schemas.microsoft.com/office/drawing/2014/main" id="{5E2F406C-5341-4519-A2DB-F0897099EA73}"/>
              </a:ext>
            </a:extLst>
          </p:cNvPr>
          <p:cNvSpPr>
            <a:spLocks noGrp="1"/>
          </p:cNvSpPr>
          <p:nvPr/>
        </p:nvSpPr>
        <p:spPr>
          <a:xfrm>
            <a:off x="2990850" y="4295775"/>
            <a:ext cx="2905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491"/>
          </a:bodyPr>
          <a:lstStyle/>
          <a:p>
            <a:pPr algn="r">
              <a:lnSpc>
                <a:spcPct val="100000"/>
              </a:lnSpc>
              <a:buNone/>
              <a:def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MediaCeption</a:t>
            </a:r>
          </a:p>
        </p:txBody>
      </p:sp>
      <p:sp>
        <p:nvSpPr>
          <p:cNvPr id="112" name="!!evs-112">
            <a:extLst>
              <a:ext uri="{FF2B5EF4-FFF2-40B4-BE49-F238E27FC236}">
                <a16:creationId xmlns:a16="http://schemas.microsoft.com/office/drawing/2014/main" id="{2DE80D2E-4560-42C4-B83C-EBFE288E3C05}"/>
              </a:ext>
            </a:extLst>
          </p:cNvPr>
          <p:cNvSpPr>
            <a:spLocks noGrp="1"/>
          </p:cNvSpPr>
          <p:nvPr/>
        </p:nvSpPr>
        <p:spPr>
          <a:xfrm>
            <a:off x="5981700" y="4305300"/>
            <a:ext cx="323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7500"/>
          </a:bodyPr>
          <a:lstStyle/>
          <a:p>
            <a:pPr algn="ctr">
              <a:lnSpc>
                <a:spcPct val="100000"/>
              </a:lnSpc>
              <a:buNone/>
              <a:defRPr sz="300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rPr>
              <a:t>+</a:t>
            </a:r>
          </a:p>
        </p:txBody>
      </p:sp>
      <p:sp>
        <p:nvSpPr>
          <p:cNvPr id="113" name="!!evs-113">
            <a:extLst>
              <a:ext uri="{FF2B5EF4-FFF2-40B4-BE49-F238E27FC236}">
                <a16:creationId xmlns:a16="http://schemas.microsoft.com/office/drawing/2014/main" id="{FC0C364D-99D1-4DAC-B63A-C826E4B26D58}"/>
              </a:ext>
            </a:extLst>
          </p:cNvPr>
          <p:cNvSpPr>
            <a:spLocks noGrp="1"/>
          </p:cNvSpPr>
          <p:nvPr/>
        </p:nvSpPr>
        <p:spPr>
          <a:xfrm>
            <a:off x="6381750" y="4295775"/>
            <a:ext cx="2724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491"/>
          </a:bodyPr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VIA MAP</a:t>
            </a:r>
          </a:p>
        </p:txBody>
      </p:sp>
      <p:sp>
        <p:nvSpPr>
          <p:cNvPr id="114" name="!!evs-114">
            <a:extLst>
              <a:ext uri="{FF2B5EF4-FFF2-40B4-BE49-F238E27FC236}">
                <a16:creationId xmlns:a16="http://schemas.microsoft.com/office/drawing/2014/main" id="{853C9AD8-2638-4DBD-B13C-5ED7F708373D}"/>
              </a:ext>
            </a:extLst>
          </p:cNvPr>
          <p:cNvSpPr>
            <a:spLocks noGrp="1"/>
          </p:cNvSpPr>
          <p:nvPr/>
        </p:nvSpPr>
        <p:spPr>
          <a:xfrm>
            <a:off x="4057650" y="4772025"/>
            <a:ext cx="4076700" cy="19050"/>
          </a:xfrm>
          <a:prstGeom prst="rect">
            <a:avLst/>
          </a:prstGeom>
          <a:gradFill>
            <a:gsLst>
              <a:gs pos="0">
                <a:srgbClr val="58D9FF">
                  <a:alpha val="0"/>
                </a:srgbClr>
              </a:gs>
              <a:gs pos="50000">
                <a:srgbClr val="58D9FF"/>
              </a:gs>
              <a:gs pos="100000">
                <a:srgbClr val="58D9FF">
                  <a:alpha val="0"/>
                </a:srgbClr>
              </a:gs>
            </a:gsLst>
            <a:lin ang="5400000"/>
          </a:gra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5" name="!!evs-115">
            <a:extLst>
              <a:ext uri="{FF2B5EF4-FFF2-40B4-BE49-F238E27FC236}">
                <a16:creationId xmlns:a16="http://schemas.microsoft.com/office/drawing/2014/main" id="{A5B217D6-DD14-4180-BFA1-66E2B8D916EF}"/>
              </a:ext>
            </a:extLst>
          </p:cNvPr>
          <p:cNvSpPr>
            <a:spLocks noGrp="1"/>
          </p:cNvSpPr>
          <p:nvPr/>
        </p:nvSpPr>
        <p:spPr>
          <a:xfrm>
            <a:off x="4171950" y="4819650"/>
            <a:ext cx="38481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CONNECTING CONTENT, PEOPLE, POSSIBILITIES</a:t>
            </a:r>
          </a:p>
        </p:txBody>
      </p:sp>
      <p:sp>
        <p:nvSpPr>
          <p:cNvPr id="116" name="!!evs-116">
            <a:extLst>
              <a:ext uri="{FF2B5EF4-FFF2-40B4-BE49-F238E27FC236}">
                <a16:creationId xmlns:a16="http://schemas.microsoft.com/office/drawing/2014/main" id="{2001F073-535A-45C6-B8EB-0105F988647E}"/>
              </a:ext>
            </a:extLst>
          </p:cNvPr>
          <p:cNvSpPr>
            <a:spLocks noGrp="1"/>
          </p:cNvSpPr>
          <p:nvPr/>
        </p:nvSpPr>
        <p:spPr>
          <a:xfrm>
            <a:off x="-1143000" y="6143625"/>
            <a:ext cx="14478000" cy="2857500"/>
          </a:xfrm>
          <a:prstGeom prst="ellipse">
            <a:avLst/>
          </a:prstGeom>
          <a:noFill/>
          <a:ln w="19050">
            <a:solidFill>
              <a:srgbClr val="0B3F5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17" name="!!evs-117"/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1533525" y="5153025"/>
            <a:ext cx="457200" cy="457200"/>
          </a:xfrm>
          <a:prstGeom prst="rect">
            <a:avLst/>
          </a:prstGeom>
        </p:spPr>
      </p:pic>
      <p:sp>
        <p:nvSpPr>
          <p:cNvPr id="118" name="!!evs-118">
            <a:extLst>
              <a:ext uri="{FF2B5EF4-FFF2-40B4-BE49-F238E27FC236}">
                <a16:creationId xmlns:a16="http://schemas.microsoft.com/office/drawing/2014/main" id="{00C747CA-E471-4342-AC0B-5B53B1D85097}"/>
              </a:ext>
            </a:extLst>
          </p:cNvPr>
          <p:cNvSpPr>
            <a:spLocks noGrp="1"/>
          </p:cNvSpPr>
          <p:nvPr/>
        </p:nvSpPr>
        <p:spPr>
          <a:xfrm>
            <a:off x="428625" y="56197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Faster to Air</a:t>
            </a:r>
          </a:p>
        </p:txBody>
      </p:sp>
      <p:sp>
        <p:nvSpPr>
          <p:cNvPr id="119" name="!!evs-119">
            <a:extLst>
              <a:ext uri="{FF2B5EF4-FFF2-40B4-BE49-F238E27FC236}">
                <a16:creationId xmlns:a16="http://schemas.microsoft.com/office/drawing/2014/main" id="{F60C23B0-FA43-4F60-BAFE-3FDDB0E48B2E}"/>
              </a:ext>
            </a:extLst>
          </p:cNvPr>
          <p:cNvSpPr>
            <a:spLocks noGrp="1"/>
          </p:cNvSpPr>
          <p:nvPr/>
        </p:nvSpPr>
        <p:spPr>
          <a:xfrm>
            <a:off x="428625" y="58864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TURN IDEAS INTO IMPACT</a:t>
            </a:r>
          </a:p>
        </p:txBody>
      </p:sp>
      <p:sp>
        <p:nvSpPr>
          <p:cNvPr id="120" name="!!evs-120">
            <a:extLst>
              <a:ext uri="{FF2B5EF4-FFF2-40B4-BE49-F238E27FC236}">
                <a16:creationId xmlns:a16="http://schemas.microsoft.com/office/drawing/2014/main" id="{07978FEB-7BFB-4979-9BF3-CAB5D324E911}"/>
              </a:ext>
            </a:extLst>
          </p:cNvPr>
          <p:cNvSpPr>
            <a:spLocks noGrp="1"/>
          </p:cNvSpPr>
          <p:nvPr/>
        </p:nvSpPr>
        <p:spPr>
          <a:xfrm>
            <a:off x="3219450" y="5219700"/>
            <a:ext cx="9525" cy="790575"/>
          </a:xfrm>
          <a:prstGeom prst="rect">
            <a:avLst/>
          </a:prstGeom>
          <a:solidFill>
            <a:srgbClr val="2B5B72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21" name="!!evs-121"/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4457700" y="5153025"/>
            <a:ext cx="457200" cy="457200"/>
          </a:xfrm>
          <a:prstGeom prst="rect">
            <a:avLst/>
          </a:prstGeom>
        </p:spPr>
      </p:pic>
      <p:sp>
        <p:nvSpPr>
          <p:cNvPr id="122" name="!!evs-122">
            <a:extLst>
              <a:ext uri="{FF2B5EF4-FFF2-40B4-BE49-F238E27FC236}">
                <a16:creationId xmlns:a16="http://schemas.microsoft.com/office/drawing/2014/main" id="{1479DCB8-C84B-448A-83F6-5360ACCCE4B7}"/>
              </a:ext>
            </a:extLst>
          </p:cNvPr>
          <p:cNvSpPr>
            <a:spLocks noGrp="1"/>
          </p:cNvSpPr>
          <p:nvPr/>
        </p:nvSpPr>
        <p:spPr>
          <a:xfrm>
            <a:off x="3352800" y="56197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Metadata Continuity</a:t>
            </a:r>
          </a:p>
        </p:txBody>
      </p:sp>
      <p:sp>
        <p:nvSpPr>
          <p:cNvPr id="123" name="!!evs-123">
            <a:extLst>
              <a:ext uri="{FF2B5EF4-FFF2-40B4-BE49-F238E27FC236}">
                <a16:creationId xmlns:a16="http://schemas.microsoft.com/office/drawing/2014/main" id="{9C98DEC2-5B44-4AE9-A8DE-4F4FF1E6861D}"/>
              </a:ext>
            </a:extLst>
          </p:cNvPr>
          <p:cNvSpPr>
            <a:spLocks noGrp="1"/>
          </p:cNvSpPr>
          <p:nvPr/>
        </p:nvSpPr>
        <p:spPr>
          <a:xfrm>
            <a:off x="3352800" y="58864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CONTEXT TODAY. VALUE TOMORROW.</a:t>
            </a:r>
          </a:p>
        </p:txBody>
      </p:sp>
      <p:sp>
        <p:nvSpPr>
          <p:cNvPr id="124" name="!!evs-124">
            <a:extLst>
              <a:ext uri="{FF2B5EF4-FFF2-40B4-BE49-F238E27FC236}">
                <a16:creationId xmlns:a16="http://schemas.microsoft.com/office/drawing/2014/main" id="{4508C7DF-4C6C-4A4B-8C8D-557F7B27AB6F}"/>
              </a:ext>
            </a:extLst>
          </p:cNvPr>
          <p:cNvSpPr>
            <a:spLocks noGrp="1"/>
          </p:cNvSpPr>
          <p:nvPr/>
        </p:nvSpPr>
        <p:spPr>
          <a:xfrm>
            <a:off x="6143625" y="5219700"/>
            <a:ext cx="9525" cy="790575"/>
          </a:xfrm>
          <a:prstGeom prst="rect">
            <a:avLst/>
          </a:prstGeom>
          <a:solidFill>
            <a:srgbClr val="2B5B72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25" name="!!evs-125"/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7381875" y="5153025"/>
            <a:ext cx="457200" cy="457200"/>
          </a:xfrm>
          <a:prstGeom prst="rect">
            <a:avLst/>
          </a:prstGeom>
        </p:spPr>
      </p:pic>
      <p:sp>
        <p:nvSpPr>
          <p:cNvPr id="126" name="!!evs-126">
            <a:extLst>
              <a:ext uri="{FF2B5EF4-FFF2-40B4-BE49-F238E27FC236}">
                <a16:creationId xmlns:a16="http://schemas.microsoft.com/office/drawing/2014/main" id="{823DEF9F-907C-4AB5-A0E0-6563E845A1A6}"/>
              </a:ext>
            </a:extLst>
          </p:cNvPr>
          <p:cNvSpPr>
            <a:spLocks noGrp="1"/>
          </p:cNvSpPr>
          <p:nvPr/>
        </p:nvSpPr>
        <p:spPr>
          <a:xfrm>
            <a:off x="6276975" y="56197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155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One Source, Multiple Screens</a:t>
            </a:r>
          </a:p>
        </p:txBody>
      </p:sp>
      <p:sp>
        <p:nvSpPr>
          <p:cNvPr id="127" name="!!evs-127">
            <a:extLst>
              <a:ext uri="{FF2B5EF4-FFF2-40B4-BE49-F238E27FC236}">
                <a16:creationId xmlns:a16="http://schemas.microsoft.com/office/drawing/2014/main" id="{56C3C6AE-9A8B-4AF1-B350-04809D48FCFF}"/>
              </a:ext>
            </a:extLst>
          </p:cNvPr>
          <p:cNvSpPr>
            <a:spLocks noGrp="1"/>
          </p:cNvSpPr>
          <p:nvPr/>
        </p:nvSpPr>
        <p:spPr>
          <a:xfrm>
            <a:off x="6276975" y="58864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A GREATER REACH FOR EVERY STORY</a:t>
            </a:r>
          </a:p>
        </p:txBody>
      </p:sp>
      <p:sp>
        <p:nvSpPr>
          <p:cNvPr id="128" name="!!evs-128">
            <a:extLst>
              <a:ext uri="{FF2B5EF4-FFF2-40B4-BE49-F238E27FC236}">
                <a16:creationId xmlns:a16="http://schemas.microsoft.com/office/drawing/2014/main" id="{9F7C7D0A-081D-4696-A9A0-B3661AE52A6A}"/>
              </a:ext>
            </a:extLst>
          </p:cNvPr>
          <p:cNvSpPr>
            <a:spLocks noGrp="1"/>
          </p:cNvSpPr>
          <p:nvPr/>
        </p:nvSpPr>
        <p:spPr>
          <a:xfrm>
            <a:off x="9067800" y="5219700"/>
            <a:ext cx="9525" cy="790575"/>
          </a:xfrm>
          <a:prstGeom prst="rect">
            <a:avLst/>
          </a:prstGeom>
          <a:solidFill>
            <a:srgbClr val="2B5B72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29" name="!!evs-129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0306050" y="5153025"/>
            <a:ext cx="457200" cy="457200"/>
          </a:xfrm>
          <a:prstGeom prst="rect">
            <a:avLst/>
          </a:prstGeom>
        </p:spPr>
      </p:pic>
      <p:sp>
        <p:nvSpPr>
          <p:cNvPr id="130" name="!!evs-130">
            <a:extLst>
              <a:ext uri="{FF2B5EF4-FFF2-40B4-BE49-F238E27FC236}">
                <a16:creationId xmlns:a16="http://schemas.microsoft.com/office/drawing/2014/main" id="{E8E9F661-E617-4926-85D5-358C9DBE1035}"/>
              </a:ext>
            </a:extLst>
          </p:cNvPr>
          <p:cNvSpPr>
            <a:spLocks noGrp="1"/>
          </p:cNvSpPr>
          <p:nvPr/>
        </p:nvSpPr>
        <p:spPr>
          <a:xfrm>
            <a:off x="9201150" y="56197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Resilient Operations</a:t>
            </a:r>
          </a:p>
        </p:txBody>
      </p:sp>
      <p:sp>
        <p:nvSpPr>
          <p:cNvPr id="131" name="!!evs-131">
            <a:extLst>
              <a:ext uri="{FF2B5EF4-FFF2-40B4-BE49-F238E27FC236}">
                <a16:creationId xmlns:a16="http://schemas.microsoft.com/office/drawing/2014/main" id="{89A151EF-6A0B-45E3-ADA5-1B8A82959147}"/>
              </a:ext>
            </a:extLst>
          </p:cNvPr>
          <p:cNvSpPr>
            <a:spLocks noGrp="1"/>
          </p:cNvSpPr>
          <p:nvPr/>
        </p:nvSpPr>
        <p:spPr>
          <a:xfrm>
            <a:off x="9201150" y="58864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READY FOR WHAT’S NEXT</a:t>
            </a:r>
          </a:p>
        </p:txBody>
      </p:sp>
      <p:sp>
        <p:nvSpPr>
          <p:cNvPr id="132" name="!!evs-132">
            <a:extLst>
              <a:ext uri="{FF2B5EF4-FFF2-40B4-BE49-F238E27FC236}">
                <a16:creationId xmlns:a16="http://schemas.microsoft.com/office/drawing/2014/main" id="{5CAF8EFF-349C-46F0-8F3B-56DD4A964C37}"/>
              </a:ext>
            </a:extLst>
          </p:cNvPr>
          <p:cNvSpPr>
            <a:spLocks noGrp="1"/>
          </p:cNvSpPr>
          <p:nvPr/>
        </p:nvSpPr>
        <p:spPr>
          <a:xfrm>
            <a:off x="3086100" y="6505575"/>
            <a:ext cx="2190750" cy="9525"/>
          </a:xfrm>
          <a:prstGeom prst="rect">
            <a:avLst/>
          </a:prstGeom>
          <a:solidFill>
            <a:srgbClr val="2B5B72">
              <a:alpha val="7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3" name="!!evs-133">
            <a:extLst>
              <a:ext uri="{FF2B5EF4-FFF2-40B4-BE49-F238E27FC236}">
                <a16:creationId xmlns:a16="http://schemas.microsoft.com/office/drawing/2014/main" id="{BAD64596-881E-42FC-BBE3-CB5D1E886C57}"/>
              </a:ext>
            </a:extLst>
          </p:cNvPr>
          <p:cNvSpPr>
            <a:spLocks noGrp="1"/>
          </p:cNvSpPr>
          <p:nvPr/>
        </p:nvSpPr>
        <p:spPr>
          <a:xfrm>
            <a:off x="6915150" y="6505575"/>
            <a:ext cx="2190750" cy="9525"/>
          </a:xfrm>
          <a:prstGeom prst="rect">
            <a:avLst/>
          </a:prstGeom>
          <a:solidFill>
            <a:srgbClr val="2B5B72">
              <a:alpha val="7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4" name="!!evs-134">
            <a:extLst>
              <a:ext uri="{FF2B5EF4-FFF2-40B4-BE49-F238E27FC236}">
                <a16:creationId xmlns:a16="http://schemas.microsoft.com/office/drawing/2014/main" id="{ECDCEAE9-BFE9-4934-94D2-0AFC42FB004C}"/>
              </a:ext>
            </a:extLst>
          </p:cNvPr>
          <p:cNvSpPr>
            <a:spLocks noGrp="1"/>
          </p:cNvSpPr>
          <p:nvPr/>
        </p:nvSpPr>
        <p:spPr>
          <a:xfrm>
            <a:off x="4905375" y="641985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NEWS MOVES THE WORLD FORWARD</a:t>
            </a:r>
          </a:p>
        </p:txBody>
      </p:sp>
      <p:sp>
        <p:nvSpPr>
          <p:cNvPr id="137" name="step-counter-2"/>
          <p:cNvSpPr txBox="1"/>
          <p:nvPr/>
        </p:nvSpPr>
        <p:spPr>
          <a:xfrm>
            <a:off x="10195560" y="1353312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58D9FF"/>
                </a:solidFill>
                <a:latin typeface="Aptos"/>
              </a:rPr>
              <a:t>STEP 2 OF 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!!evs-135"/>
          <p:cNvPicPr>
            <a:picLocks noChangeAspect="1"/>
          </p:cNvPicPr>
          <p:nvPr/>
        </p:nvPicPr>
        <p:blipFill>
          <a:blip r:embed="rId2"/>
          <a:srcRect l="11378" r="11378"/>
          <a:stretch>
            <a:fillRect/>
          </a:stretch>
        </p:blipFill>
        <p:spPr>
          <a:xfrm>
            <a:off x="6526530" y="0"/>
            <a:ext cx="5619750" cy="2047875"/>
          </a:xfrm>
          <a:prstGeom prst="rect">
            <a:avLst/>
          </a:prstGeom>
        </p:spPr>
      </p:pic>
      <p:sp>
        <p:nvSpPr>
          <p:cNvPr id="2" name="!!evs-2">
            <a:extLst>
              <a:ext uri="{FF2B5EF4-FFF2-40B4-BE49-F238E27FC236}">
                <a16:creationId xmlns:a16="http://schemas.microsoft.com/office/drawing/2014/main" id="{65AA2FAD-F874-401C-9C8D-5F7779ED37B5}"/>
              </a:ext>
            </a:extLst>
          </p:cNvPr>
          <p:cNvSpPr>
            <a:spLocks noGrp="1"/>
          </p:cNvSpPr>
          <p:nvPr/>
        </p:nvSpPr>
        <p:spPr>
          <a:xfrm>
            <a:off x="6191250" y="0"/>
            <a:ext cx="6000750" cy="2047875"/>
          </a:xfrm>
          <a:prstGeom prst="rect">
            <a:avLst/>
          </a:prstGeom>
          <a:gradFill>
            <a:gsLst>
              <a:gs pos="0">
                <a:srgbClr val="041522"/>
              </a:gs>
              <a:gs pos="45000">
                <a:srgbClr val="041522">
                  <a:alpha val="55000"/>
                </a:srgbClr>
              </a:gs>
              <a:gs pos="100000">
                <a:srgbClr val="041522">
                  <a:alpha val="18000"/>
                </a:srgbClr>
              </a:gs>
            </a:gsLst>
            <a:lin ang="5400000"/>
          </a:gra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!!evs-3">
            <a:extLst>
              <a:ext uri="{FF2B5EF4-FFF2-40B4-BE49-F238E27FC236}">
                <a16:creationId xmlns:a16="http://schemas.microsoft.com/office/drawing/2014/main" id="{DCB508B3-F20E-4CC4-AAD6-79CCC10F0778}"/>
              </a:ext>
            </a:extLst>
          </p:cNvPr>
          <p:cNvSpPr>
            <a:spLocks noGrp="1"/>
          </p:cNvSpPr>
          <p:nvPr/>
        </p:nvSpPr>
        <p:spPr>
          <a:xfrm>
            <a:off x="0" y="1619250"/>
            <a:ext cx="12192000" cy="428625"/>
          </a:xfrm>
          <a:prstGeom prst="rect">
            <a:avLst/>
          </a:prstGeom>
          <a:gradFill>
            <a:gsLst>
              <a:gs pos="0">
                <a:srgbClr val="041522">
                  <a:alpha val="0"/>
                </a:srgbClr>
              </a:gs>
              <a:gs pos="100000">
                <a:srgbClr val="041522"/>
              </a:gs>
            </a:gsLst>
            <a:lin ang="10800000"/>
          </a:gra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!!evs-4">
            <a:extLst>
              <a:ext uri="{FF2B5EF4-FFF2-40B4-BE49-F238E27FC236}">
                <a16:creationId xmlns:a16="http://schemas.microsoft.com/office/drawing/2014/main" id="{8DCFB74B-CC14-4044-8161-213547198D0A}"/>
              </a:ext>
            </a:extLst>
          </p:cNvPr>
          <p:cNvSpPr>
            <a:spLocks noGrp="1"/>
          </p:cNvSpPr>
          <p:nvPr/>
        </p:nvSpPr>
        <p:spPr>
          <a:xfrm>
            <a:off x="0" y="99060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!!evs-5">
            <a:extLst>
              <a:ext uri="{FF2B5EF4-FFF2-40B4-BE49-F238E27FC236}">
                <a16:creationId xmlns:a16="http://schemas.microsoft.com/office/drawing/2014/main" id="{7E8198F1-3843-43A7-BCE8-F8F2073DC915}"/>
              </a:ext>
            </a:extLst>
          </p:cNvPr>
          <p:cNvSpPr>
            <a:spLocks noGrp="1"/>
          </p:cNvSpPr>
          <p:nvPr/>
        </p:nvSpPr>
        <p:spPr>
          <a:xfrm>
            <a:off x="0" y="150495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!!evs-6">
            <a:extLst>
              <a:ext uri="{FF2B5EF4-FFF2-40B4-BE49-F238E27FC236}">
                <a16:creationId xmlns:a16="http://schemas.microsoft.com/office/drawing/2014/main" id="{A1E0B327-8F29-4250-A479-1E49B3F5C7CD}"/>
              </a:ext>
            </a:extLst>
          </p:cNvPr>
          <p:cNvSpPr>
            <a:spLocks noGrp="1"/>
          </p:cNvSpPr>
          <p:nvPr/>
        </p:nvSpPr>
        <p:spPr>
          <a:xfrm>
            <a:off x="0" y="201930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!!evs-7">
            <a:extLst>
              <a:ext uri="{FF2B5EF4-FFF2-40B4-BE49-F238E27FC236}">
                <a16:creationId xmlns:a16="http://schemas.microsoft.com/office/drawing/2014/main" id="{D0FC1A78-221C-4601-90E7-C3B73C809096}"/>
              </a:ext>
            </a:extLst>
          </p:cNvPr>
          <p:cNvSpPr>
            <a:spLocks noGrp="1"/>
          </p:cNvSpPr>
          <p:nvPr/>
        </p:nvSpPr>
        <p:spPr>
          <a:xfrm>
            <a:off x="0" y="253365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!!evs-8">
            <a:extLst>
              <a:ext uri="{FF2B5EF4-FFF2-40B4-BE49-F238E27FC236}">
                <a16:creationId xmlns:a16="http://schemas.microsoft.com/office/drawing/2014/main" id="{4B33D8A2-9D26-4E55-A570-0F0BC0754B6B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!!evs-9">
            <a:extLst>
              <a:ext uri="{FF2B5EF4-FFF2-40B4-BE49-F238E27FC236}">
                <a16:creationId xmlns:a16="http://schemas.microsoft.com/office/drawing/2014/main" id="{2EC7CE67-00F2-48E8-A65E-C69A15101E97}"/>
              </a:ext>
            </a:extLst>
          </p:cNvPr>
          <p:cNvSpPr>
            <a:spLocks noGrp="1"/>
          </p:cNvSpPr>
          <p:nvPr/>
        </p:nvSpPr>
        <p:spPr>
          <a:xfrm>
            <a:off x="0" y="356235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!!evs-10">
            <a:extLst>
              <a:ext uri="{FF2B5EF4-FFF2-40B4-BE49-F238E27FC236}">
                <a16:creationId xmlns:a16="http://schemas.microsoft.com/office/drawing/2014/main" id="{7C91D761-4D50-487E-9703-E014C41E06E0}"/>
              </a:ext>
            </a:extLst>
          </p:cNvPr>
          <p:cNvSpPr>
            <a:spLocks noGrp="1"/>
          </p:cNvSpPr>
          <p:nvPr/>
        </p:nvSpPr>
        <p:spPr>
          <a:xfrm>
            <a:off x="0" y="407670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!!evs-11">
            <a:extLst>
              <a:ext uri="{FF2B5EF4-FFF2-40B4-BE49-F238E27FC236}">
                <a16:creationId xmlns:a16="http://schemas.microsoft.com/office/drawing/2014/main" id="{564498BE-5805-420B-B967-58F84CB92607}"/>
              </a:ext>
            </a:extLst>
          </p:cNvPr>
          <p:cNvSpPr>
            <a:spLocks noGrp="1"/>
          </p:cNvSpPr>
          <p:nvPr/>
        </p:nvSpPr>
        <p:spPr>
          <a:xfrm>
            <a:off x="0" y="459105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!!evs-12">
            <a:extLst>
              <a:ext uri="{FF2B5EF4-FFF2-40B4-BE49-F238E27FC236}">
                <a16:creationId xmlns:a16="http://schemas.microsoft.com/office/drawing/2014/main" id="{2A710823-211A-4B95-85D7-82595CAE2E89}"/>
              </a:ext>
            </a:extLst>
          </p:cNvPr>
          <p:cNvSpPr>
            <a:spLocks noGrp="1"/>
          </p:cNvSpPr>
          <p:nvPr/>
        </p:nvSpPr>
        <p:spPr>
          <a:xfrm>
            <a:off x="0" y="510540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!!evs-13">
            <a:extLst>
              <a:ext uri="{FF2B5EF4-FFF2-40B4-BE49-F238E27FC236}">
                <a16:creationId xmlns:a16="http://schemas.microsoft.com/office/drawing/2014/main" id="{3F848A76-9C53-42A4-9B8B-626A933C42A5}"/>
              </a:ext>
            </a:extLst>
          </p:cNvPr>
          <p:cNvSpPr>
            <a:spLocks noGrp="1"/>
          </p:cNvSpPr>
          <p:nvPr/>
        </p:nvSpPr>
        <p:spPr>
          <a:xfrm>
            <a:off x="0" y="561975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!!evs-14">
            <a:extLst>
              <a:ext uri="{FF2B5EF4-FFF2-40B4-BE49-F238E27FC236}">
                <a16:creationId xmlns:a16="http://schemas.microsoft.com/office/drawing/2014/main" id="{57EC29ED-5B71-4A91-835D-1606E4E25A72}"/>
              </a:ext>
            </a:extLst>
          </p:cNvPr>
          <p:cNvSpPr>
            <a:spLocks noGrp="1"/>
          </p:cNvSpPr>
          <p:nvPr/>
        </p:nvSpPr>
        <p:spPr>
          <a:xfrm>
            <a:off x="0" y="613410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!!evs-15">
            <a:extLst>
              <a:ext uri="{FF2B5EF4-FFF2-40B4-BE49-F238E27FC236}">
                <a16:creationId xmlns:a16="http://schemas.microsoft.com/office/drawing/2014/main" id="{73D99984-4B08-484D-8B34-FBD6CB389A53}"/>
              </a:ext>
            </a:extLst>
          </p:cNvPr>
          <p:cNvSpPr>
            <a:spLocks noGrp="1"/>
          </p:cNvSpPr>
          <p:nvPr/>
        </p:nvSpPr>
        <p:spPr>
          <a:xfrm>
            <a:off x="0" y="664845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!!evs-16">
            <a:extLst>
              <a:ext uri="{FF2B5EF4-FFF2-40B4-BE49-F238E27FC236}">
                <a16:creationId xmlns:a16="http://schemas.microsoft.com/office/drawing/2014/main" id="{B1DBF21B-E134-4910-A3E3-161A14979D23}"/>
              </a:ext>
            </a:extLst>
          </p:cNvPr>
          <p:cNvSpPr>
            <a:spLocks noGrp="1"/>
          </p:cNvSpPr>
          <p:nvPr/>
        </p:nvSpPr>
        <p:spPr>
          <a:xfrm>
            <a:off x="381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!!evs-17">
            <a:extLst>
              <a:ext uri="{FF2B5EF4-FFF2-40B4-BE49-F238E27FC236}">
                <a16:creationId xmlns:a16="http://schemas.microsoft.com/office/drawing/2014/main" id="{74AAA4C7-3BD4-4041-91EF-DDD454CC56C0}"/>
              </a:ext>
            </a:extLst>
          </p:cNvPr>
          <p:cNvSpPr>
            <a:spLocks noGrp="1"/>
          </p:cNvSpPr>
          <p:nvPr/>
        </p:nvSpPr>
        <p:spPr>
          <a:xfrm>
            <a:off x="1524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!!evs-18">
            <a:extLst>
              <a:ext uri="{FF2B5EF4-FFF2-40B4-BE49-F238E27FC236}">
                <a16:creationId xmlns:a16="http://schemas.microsoft.com/office/drawing/2014/main" id="{AEC7E939-8A73-4913-957B-1DF992AD0CFD}"/>
              </a:ext>
            </a:extLst>
          </p:cNvPr>
          <p:cNvSpPr>
            <a:spLocks noGrp="1"/>
          </p:cNvSpPr>
          <p:nvPr/>
        </p:nvSpPr>
        <p:spPr>
          <a:xfrm>
            <a:off x="2667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!!evs-19">
            <a:extLst>
              <a:ext uri="{FF2B5EF4-FFF2-40B4-BE49-F238E27FC236}">
                <a16:creationId xmlns:a16="http://schemas.microsoft.com/office/drawing/2014/main" id="{D6455841-64B1-417D-ACEB-9D5AB88C8969}"/>
              </a:ext>
            </a:extLst>
          </p:cNvPr>
          <p:cNvSpPr>
            <a:spLocks noGrp="1"/>
          </p:cNvSpPr>
          <p:nvPr/>
        </p:nvSpPr>
        <p:spPr>
          <a:xfrm>
            <a:off x="3810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!!evs-20">
            <a:extLst>
              <a:ext uri="{FF2B5EF4-FFF2-40B4-BE49-F238E27FC236}">
                <a16:creationId xmlns:a16="http://schemas.microsoft.com/office/drawing/2014/main" id="{1C7F8E06-121B-4E2C-AE74-9055FA60C7C3}"/>
              </a:ext>
            </a:extLst>
          </p:cNvPr>
          <p:cNvSpPr>
            <a:spLocks noGrp="1"/>
          </p:cNvSpPr>
          <p:nvPr/>
        </p:nvSpPr>
        <p:spPr>
          <a:xfrm>
            <a:off x="4953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!!evs-21">
            <a:extLst>
              <a:ext uri="{FF2B5EF4-FFF2-40B4-BE49-F238E27FC236}">
                <a16:creationId xmlns:a16="http://schemas.microsoft.com/office/drawing/2014/main" id="{A5A1CD44-6CBA-40CE-9E96-F54D42247CFC}"/>
              </a:ext>
            </a:extLst>
          </p:cNvPr>
          <p:cNvSpPr>
            <a:spLocks noGrp="1"/>
          </p:cNvSpPr>
          <p:nvPr/>
        </p:nvSpPr>
        <p:spPr>
          <a:xfrm>
            <a:off x="6096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2" name="!!evs-22">
            <a:extLst>
              <a:ext uri="{FF2B5EF4-FFF2-40B4-BE49-F238E27FC236}">
                <a16:creationId xmlns:a16="http://schemas.microsoft.com/office/drawing/2014/main" id="{5EEB1559-F8BC-496C-9083-86BD64664481}"/>
              </a:ext>
            </a:extLst>
          </p:cNvPr>
          <p:cNvSpPr>
            <a:spLocks noGrp="1"/>
          </p:cNvSpPr>
          <p:nvPr/>
        </p:nvSpPr>
        <p:spPr>
          <a:xfrm>
            <a:off x="7239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!!evs-23">
            <a:extLst>
              <a:ext uri="{FF2B5EF4-FFF2-40B4-BE49-F238E27FC236}">
                <a16:creationId xmlns:a16="http://schemas.microsoft.com/office/drawing/2014/main" id="{BF687707-E3E7-4B60-BA56-18CEE5E86EC1}"/>
              </a:ext>
            </a:extLst>
          </p:cNvPr>
          <p:cNvSpPr>
            <a:spLocks noGrp="1"/>
          </p:cNvSpPr>
          <p:nvPr/>
        </p:nvSpPr>
        <p:spPr>
          <a:xfrm>
            <a:off x="8382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4" name="!!evs-24">
            <a:extLst>
              <a:ext uri="{FF2B5EF4-FFF2-40B4-BE49-F238E27FC236}">
                <a16:creationId xmlns:a16="http://schemas.microsoft.com/office/drawing/2014/main" id="{FD3F7184-CF14-4F52-A0CE-157D5D74C469}"/>
              </a:ext>
            </a:extLst>
          </p:cNvPr>
          <p:cNvSpPr>
            <a:spLocks noGrp="1"/>
          </p:cNvSpPr>
          <p:nvPr/>
        </p:nvSpPr>
        <p:spPr>
          <a:xfrm>
            <a:off x="9525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5" name="!!evs-25">
            <a:extLst>
              <a:ext uri="{FF2B5EF4-FFF2-40B4-BE49-F238E27FC236}">
                <a16:creationId xmlns:a16="http://schemas.microsoft.com/office/drawing/2014/main" id="{43C0FE55-58A4-4BAC-B16F-909BC9918A38}"/>
              </a:ext>
            </a:extLst>
          </p:cNvPr>
          <p:cNvSpPr>
            <a:spLocks noGrp="1"/>
          </p:cNvSpPr>
          <p:nvPr/>
        </p:nvSpPr>
        <p:spPr>
          <a:xfrm>
            <a:off x="10668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6" name="!!evs-26">
            <a:extLst>
              <a:ext uri="{FF2B5EF4-FFF2-40B4-BE49-F238E27FC236}">
                <a16:creationId xmlns:a16="http://schemas.microsoft.com/office/drawing/2014/main" id="{DCE67FEE-BDF7-4EF3-8DFF-97855923434C}"/>
              </a:ext>
            </a:extLst>
          </p:cNvPr>
          <p:cNvSpPr>
            <a:spLocks noGrp="1"/>
          </p:cNvSpPr>
          <p:nvPr/>
        </p:nvSpPr>
        <p:spPr>
          <a:xfrm>
            <a:off x="11811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7" name="!!evs-27">
            <a:extLst>
              <a:ext uri="{FF2B5EF4-FFF2-40B4-BE49-F238E27FC236}">
                <a16:creationId xmlns:a16="http://schemas.microsoft.com/office/drawing/2014/main" id="{164E6376-B027-414B-9F21-44464EE838D5}"/>
              </a:ext>
            </a:extLst>
          </p:cNvPr>
          <p:cNvSpPr>
            <a:spLocks noGrp="1"/>
          </p:cNvSpPr>
          <p:nvPr/>
        </p:nvSpPr>
        <p:spPr>
          <a:xfrm>
            <a:off x="457200" y="238125"/>
            <a:ext cx="685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949"/>
          </a:bodyPr>
          <a:lstStyle/>
          <a:p>
            <a:pPr algn="l">
              <a:lnSpc>
                <a:spcPct val="100000"/>
              </a:lnSpc>
              <a:buNone/>
              <a:defRPr sz="39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EVS MODERN NEWSROOM</a:t>
            </a:r>
          </a:p>
        </p:txBody>
      </p:sp>
      <p:sp>
        <p:nvSpPr>
          <p:cNvPr id="28" name="!!evs-28">
            <a:extLst>
              <a:ext uri="{FF2B5EF4-FFF2-40B4-BE49-F238E27FC236}">
                <a16:creationId xmlns:a16="http://schemas.microsoft.com/office/drawing/2014/main" id="{1494665C-9BCF-4FC8-B1E3-CF45AA54A1A3}"/>
              </a:ext>
            </a:extLst>
          </p:cNvPr>
          <p:cNvSpPr>
            <a:spLocks noGrp="1"/>
          </p:cNvSpPr>
          <p:nvPr/>
        </p:nvSpPr>
        <p:spPr>
          <a:xfrm>
            <a:off x="476250" y="781050"/>
            <a:ext cx="581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958" lnSpcReduction="10000"/>
          </a:bodyPr>
          <a:lstStyle/>
          <a:p>
            <a:pPr algn="l">
              <a:lnSpc>
                <a:spcPct val="100000"/>
              </a:lnSpc>
              <a:buNone/>
              <a:defRPr sz="2400" b="0">
                <a:solidFill>
                  <a:srgbClr val="C7D9E5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0">
                <a:solidFill>
                  <a:srgbClr val="C7D9E5"/>
                </a:solidFill>
                <a:latin typeface="Aptos Display"/>
                <a:ea typeface="Aptos Display"/>
                <a:cs typeface="Aptos Display"/>
              </a:rPr>
              <a:t>Breaking News to Every Screen</a:t>
            </a:r>
          </a:p>
        </p:txBody>
      </p:sp>
      <p:sp>
        <p:nvSpPr>
          <p:cNvPr id="29" name="!!evs-29">
            <a:extLst>
              <a:ext uri="{FF2B5EF4-FFF2-40B4-BE49-F238E27FC236}">
                <a16:creationId xmlns:a16="http://schemas.microsoft.com/office/drawing/2014/main" id="{990683BE-A8D8-4434-8377-E38D422B7696}"/>
              </a:ext>
            </a:extLst>
          </p:cNvPr>
          <p:cNvSpPr>
            <a:spLocks noGrp="1"/>
          </p:cNvSpPr>
          <p:nvPr/>
        </p:nvSpPr>
        <p:spPr>
          <a:xfrm>
            <a:off x="476250" y="1257300"/>
            <a:ext cx="514350" cy="38100"/>
          </a:xfrm>
          <a:prstGeom prst="rect">
            <a:avLst/>
          </a:prstGeom>
          <a:solidFill>
            <a:srgbClr val="58D9FF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0" name="!!evs-30">
            <a:extLst>
              <a:ext uri="{FF2B5EF4-FFF2-40B4-BE49-F238E27FC236}">
                <a16:creationId xmlns:a16="http://schemas.microsoft.com/office/drawing/2014/main" id="{16FC656B-833A-4FC1-ACDF-BCBF1EA63D98}"/>
              </a:ext>
            </a:extLst>
          </p:cNvPr>
          <p:cNvSpPr>
            <a:spLocks noGrp="1"/>
          </p:cNvSpPr>
          <p:nvPr/>
        </p:nvSpPr>
        <p:spPr>
          <a:xfrm>
            <a:off x="476250" y="1381125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CONNECT  •  CREATE  •  COLLABORATE  •  DELIVER  •  TOGETHER</a:t>
            </a:r>
          </a:p>
        </p:txBody>
      </p:sp>
      <p:sp>
        <p:nvSpPr>
          <p:cNvPr id="136" name="!!spotlight"/>
          <p:cNvSpPr/>
          <p:nvPr/>
        </p:nvSpPr>
        <p:spPr>
          <a:xfrm>
            <a:off x="3323463" y="1682496"/>
            <a:ext cx="1335024" cy="2157984"/>
          </a:xfrm>
          <a:prstGeom prst="rect">
            <a:avLst/>
          </a:prstGeom>
          <a:solidFill>
            <a:srgbClr val="073146">
              <a:alpha val="62000"/>
            </a:srgbClr>
          </a:solidFill>
          <a:ln w="15240">
            <a:solidFill>
              <a:srgbClr val="5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!!evs-31">
            <a:extLst>
              <a:ext uri="{FF2B5EF4-FFF2-40B4-BE49-F238E27FC236}">
                <a16:creationId xmlns:a16="http://schemas.microsoft.com/office/drawing/2014/main" id="{7558E714-D82A-452A-91C8-B01F564D17CD}"/>
              </a:ext>
            </a:extLst>
          </p:cNvPr>
          <p:cNvSpPr>
            <a:spLocks noGrp="1"/>
          </p:cNvSpPr>
          <p:nvPr/>
        </p:nvSpPr>
        <p:spPr>
          <a:xfrm>
            <a:off x="8572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2" name="!!evs-32">
            <a:extLst>
              <a:ext uri="{FF2B5EF4-FFF2-40B4-BE49-F238E27FC236}">
                <a16:creationId xmlns:a16="http://schemas.microsoft.com/office/drawing/2014/main" id="{5D1945B0-A154-4AED-9AE1-3F7EB970CEF9}"/>
              </a:ext>
            </a:extLst>
          </p:cNvPr>
          <p:cNvSpPr>
            <a:spLocks noGrp="1"/>
          </p:cNvSpPr>
          <p:nvPr/>
        </p:nvSpPr>
        <p:spPr>
          <a:xfrm>
            <a:off x="8572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pic>
        <p:nvPicPr>
          <p:cNvPr id="33" name="!!evs-33"/>
          <p:cNvPicPr>
            <a:picLocks noChangeAspect="1"/>
          </p:cNvPicPr>
          <p:nvPr/>
        </p:nvPicPr>
        <p:blipFill>
          <a:blip r:embed="rId3">
            <a:alphaModFix amt="38000"/>
          </a:blip>
          <a:stretch/>
        </p:blipFill>
        <p:spPr>
          <a:xfrm>
            <a:off x="828675" y="2266950"/>
            <a:ext cx="381000" cy="381000"/>
          </a:xfrm>
          <a:prstGeom prst="rect">
            <a:avLst/>
          </a:prstGeom>
        </p:spPr>
      </p:pic>
      <p:sp>
        <p:nvSpPr>
          <p:cNvPr id="34" name="!!evs-34">
            <a:extLst>
              <a:ext uri="{FF2B5EF4-FFF2-40B4-BE49-F238E27FC236}">
                <a16:creationId xmlns:a16="http://schemas.microsoft.com/office/drawing/2014/main" id="{BB7D28C4-885C-43E6-8DA1-6CD319B97023}"/>
              </a:ext>
            </a:extLst>
          </p:cNvPr>
          <p:cNvSpPr>
            <a:spLocks noGrp="1"/>
          </p:cNvSpPr>
          <p:nvPr/>
        </p:nvSpPr>
        <p:spPr>
          <a:xfrm>
            <a:off x="3429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ACQUIRE</a:t>
            </a:r>
          </a:p>
        </p:txBody>
      </p:sp>
      <p:sp>
        <p:nvSpPr>
          <p:cNvPr id="35" name="!!evs-35">
            <a:extLst>
              <a:ext uri="{FF2B5EF4-FFF2-40B4-BE49-F238E27FC236}">
                <a16:creationId xmlns:a16="http://schemas.microsoft.com/office/drawing/2014/main" id="{D54A1786-15F2-4BE5-BA52-FBDFCAB5B5CC}"/>
              </a:ext>
            </a:extLst>
          </p:cNvPr>
          <p:cNvSpPr>
            <a:spLocks noGrp="1"/>
          </p:cNvSpPr>
          <p:nvPr/>
        </p:nvSpPr>
        <p:spPr>
          <a:xfrm>
            <a:off x="3810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Agency + field feeds</a:t>
            </a:r>
          </a:p>
        </p:txBody>
      </p:sp>
      <p:sp>
        <p:nvSpPr>
          <p:cNvPr id="36" name="!!evs-36">
            <a:extLst>
              <a:ext uri="{FF2B5EF4-FFF2-40B4-BE49-F238E27FC236}">
                <a16:creationId xmlns:a16="http://schemas.microsoft.com/office/drawing/2014/main" id="{47BA7C1D-1FA0-41F0-AF82-CA573CA04DC8}"/>
              </a:ext>
            </a:extLst>
          </p:cNvPr>
          <p:cNvSpPr>
            <a:spLocks noGrp="1"/>
          </p:cNvSpPr>
          <p:nvPr/>
        </p:nvSpPr>
        <p:spPr>
          <a:xfrm>
            <a:off x="17430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7" name="!!evs-37">
            <a:extLst>
              <a:ext uri="{FF2B5EF4-FFF2-40B4-BE49-F238E27FC236}">
                <a16:creationId xmlns:a16="http://schemas.microsoft.com/office/drawing/2014/main" id="{1F8070E3-C562-4719-8608-C5DD3AF0CAE3}"/>
              </a:ext>
            </a:extLst>
          </p:cNvPr>
          <p:cNvSpPr>
            <a:spLocks noGrp="1"/>
          </p:cNvSpPr>
          <p:nvPr/>
        </p:nvSpPr>
        <p:spPr>
          <a:xfrm>
            <a:off x="16954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38" name="!!evs-38">
            <a:extLst>
              <a:ext uri="{FF2B5EF4-FFF2-40B4-BE49-F238E27FC236}">
                <a16:creationId xmlns:a16="http://schemas.microsoft.com/office/drawing/2014/main" id="{CA358604-4851-48BF-94D9-F84AEED215A2}"/>
              </a:ext>
            </a:extLst>
          </p:cNvPr>
          <p:cNvSpPr>
            <a:spLocks noGrp="1"/>
          </p:cNvSpPr>
          <p:nvPr/>
        </p:nvSpPr>
        <p:spPr>
          <a:xfrm>
            <a:off x="23431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9" name="!!evs-39">
            <a:extLst>
              <a:ext uri="{FF2B5EF4-FFF2-40B4-BE49-F238E27FC236}">
                <a16:creationId xmlns:a16="http://schemas.microsoft.com/office/drawing/2014/main" id="{8E66C420-89DB-47F8-A294-948B4DFAC178}"/>
              </a:ext>
            </a:extLst>
          </p:cNvPr>
          <p:cNvSpPr>
            <a:spLocks noGrp="1"/>
          </p:cNvSpPr>
          <p:nvPr/>
        </p:nvSpPr>
        <p:spPr>
          <a:xfrm>
            <a:off x="23431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pic>
        <p:nvPicPr>
          <p:cNvPr id="40" name="!!evs-40"/>
          <p:cNvPicPr>
            <a:picLocks noChangeAspect="1"/>
          </p:cNvPicPr>
          <p:nvPr/>
        </p:nvPicPr>
        <p:blipFill>
          <a:blip r:embed="rId4">
            <a:alphaModFix amt="38000"/>
          </a:blip>
          <a:stretch/>
        </p:blipFill>
        <p:spPr>
          <a:xfrm>
            <a:off x="2314575" y="2266950"/>
            <a:ext cx="381000" cy="381000"/>
          </a:xfrm>
          <a:prstGeom prst="rect">
            <a:avLst/>
          </a:prstGeom>
        </p:spPr>
      </p:pic>
      <p:sp>
        <p:nvSpPr>
          <p:cNvPr id="41" name="!!evs-41">
            <a:extLst>
              <a:ext uri="{FF2B5EF4-FFF2-40B4-BE49-F238E27FC236}">
                <a16:creationId xmlns:a16="http://schemas.microsoft.com/office/drawing/2014/main" id="{CCDDABA5-E0F5-4162-8E33-0130E1F1B460}"/>
              </a:ext>
            </a:extLst>
          </p:cNvPr>
          <p:cNvSpPr>
            <a:spLocks noGrp="1"/>
          </p:cNvSpPr>
          <p:nvPr/>
        </p:nvSpPr>
        <p:spPr>
          <a:xfrm>
            <a:off x="18288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MANAGE</a:t>
            </a:r>
          </a:p>
        </p:txBody>
      </p:sp>
      <p:sp>
        <p:nvSpPr>
          <p:cNvPr id="42" name="!!evs-42">
            <a:extLst>
              <a:ext uri="{FF2B5EF4-FFF2-40B4-BE49-F238E27FC236}">
                <a16:creationId xmlns:a16="http://schemas.microsoft.com/office/drawing/2014/main" id="{870CFA1D-8E04-4401-AAD3-2977807267A9}"/>
              </a:ext>
            </a:extLst>
          </p:cNvPr>
          <p:cNvSpPr>
            <a:spLocks noGrp="1"/>
          </p:cNvSpPr>
          <p:nvPr/>
        </p:nvSpPr>
        <p:spPr>
          <a:xfrm>
            <a:off x="18669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IDs • rights • verification</a:t>
            </a:r>
          </a:p>
        </p:txBody>
      </p:sp>
      <p:sp>
        <p:nvSpPr>
          <p:cNvPr id="43" name="!!evs-43">
            <a:extLst>
              <a:ext uri="{FF2B5EF4-FFF2-40B4-BE49-F238E27FC236}">
                <a16:creationId xmlns:a16="http://schemas.microsoft.com/office/drawing/2014/main" id="{ECF519D7-737B-40C4-8C19-2425DC183974}"/>
              </a:ext>
            </a:extLst>
          </p:cNvPr>
          <p:cNvSpPr>
            <a:spLocks noGrp="1"/>
          </p:cNvSpPr>
          <p:nvPr/>
        </p:nvSpPr>
        <p:spPr>
          <a:xfrm>
            <a:off x="32289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4" name="!!evs-44">
            <a:extLst>
              <a:ext uri="{FF2B5EF4-FFF2-40B4-BE49-F238E27FC236}">
                <a16:creationId xmlns:a16="http://schemas.microsoft.com/office/drawing/2014/main" id="{1FF76AD1-C273-445C-8113-9B176818EC9B}"/>
              </a:ext>
            </a:extLst>
          </p:cNvPr>
          <p:cNvSpPr>
            <a:spLocks noGrp="1"/>
          </p:cNvSpPr>
          <p:nvPr/>
        </p:nvSpPr>
        <p:spPr>
          <a:xfrm>
            <a:off x="31813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45" name="!!evs-45">
            <a:extLst>
              <a:ext uri="{FF2B5EF4-FFF2-40B4-BE49-F238E27FC236}">
                <a16:creationId xmlns:a16="http://schemas.microsoft.com/office/drawing/2014/main" id="{FF8E7A6C-95C8-4FC6-B3D7-D6EB10C059E4}"/>
              </a:ext>
            </a:extLst>
          </p:cNvPr>
          <p:cNvSpPr>
            <a:spLocks noGrp="1"/>
          </p:cNvSpPr>
          <p:nvPr/>
        </p:nvSpPr>
        <p:spPr>
          <a:xfrm>
            <a:off x="3777234" y="1846034"/>
            <a:ext cx="427482" cy="427482"/>
          </a:xfrm>
          <a:prstGeom prst="ellipse">
            <a:avLst/>
          </a:prstGeom>
          <a:solidFill>
            <a:srgbClr val="041522"/>
          </a:solidFill>
          <a:ln w="33020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6" name="!!evs-46">
            <a:extLst>
              <a:ext uri="{FF2B5EF4-FFF2-40B4-BE49-F238E27FC236}">
                <a16:creationId xmlns:a16="http://schemas.microsoft.com/office/drawing/2014/main" id="{14B92156-D60C-4970-86D9-C0A039AD03EA}"/>
              </a:ext>
            </a:extLst>
          </p:cNvPr>
          <p:cNvSpPr>
            <a:spLocks noGrp="1"/>
          </p:cNvSpPr>
          <p:nvPr/>
        </p:nvSpPr>
        <p:spPr>
          <a:xfrm>
            <a:off x="3777234" y="1860131"/>
            <a:ext cx="427482" cy="3897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pic>
        <p:nvPicPr>
          <p:cNvPr id="47" name="!!evs-4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733800" y="2270275"/>
            <a:ext cx="514350" cy="514350"/>
          </a:xfrm>
          <a:prstGeom prst="rect">
            <a:avLst/>
          </a:prstGeom>
        </p:spPr>
      </p:pic>
      <p:sp>
        <p:nvSpPr>
          <p:cNvPr id="48" name="!!evs-48">
            <a:extLst>
              <a:ext uri="{FF2B5EF4-FFF2-40B4-BE49-F238E27FC236}">
                <a16:creationId xmlns:a16="http://schemas.microsoft.com/office/drawing/2014/main" id="{D970A5C3-2204-4DB5-81BC-602A5D54C700}"/>
              </a:ext>
            </a:extLst>
          </p:cNvPr>
          <p:cNvSpPr>
            <a:spLocks noGrp="1"/>
          </p:cNvSpPr>
          <p:nvPr/>
        </p:nvSpPr>
        <p:spPr>
          <a:xfrm>
            <a:off x="33147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DISCOVER</a:t>
            </a:r>
          </a:p>
        </p:txBody>
      </p:sp>
      <p:sp>
        <p:nvSpPr>
          <p:cNvPr id="49" name="!!evs-49">
            <a:extLst>
              <a:ext uri="{FF2B5EF4-FFF2-40B4-BE49-F238E27FC236}">
                <a16:creationId xmlns:a16="http://schemas.microsoft.com/office/drawing/2014/main" id="{74CA5162-9CC4-4954-9EAB-A1BF05A4755E}"/>
              </a:ext>
            </a:extLst>
          </p:cNvPr>
          <p:cNvSpPr>
            <a:spLocks noGrp="1"/>
          </p:cNvSpPr>
          <p:nvPr/>
        </p:nvSpPr>
        <p:spPr>
          <a:xfrm>
            <a:off x="33528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681"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DDF5FF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DDF5FF"/>
                </a:solidFill>
                <a:latin typeface="Aptos"/>
                <a:ea typeface="Aptos"/>
                <a:cs typeface="Aptos"/>
              </a:rPr>
              <a:t>Browse • search • archive</a:t>
            </a:r>
          </a:p>
        </p:txBody>
      </p:sp>
      <p:sp>
        <p:nvSpPr>
          <p:cNvPr id="50" name="!!evs-50">
            <a:extLst>
              <a:ext uri="{FF2B5EF4-FFF2-40B4-BE49-F238E27FC236}">
                <a16:creationId xmlns:a16="http://schemas.microsoft.com/office/drawing/2014/main" id="{354E84AC-3A46-40B3-B616-71EE602F7BE4}"/>
              </a:ext>
            </a:extLst>
          </p:cNvPr>
          <p:cNvSpPr>
            <a:spLocks noGrp="1"/>
          </p:cNvSpPr>
          <p:nvPr/>
        </p:nvSpPr>
        <p:spPr>
          <a:xfrm>
            <a:off x="47148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1" name="!!evs-51">
            <a:extLst>
              <a:ext uri="{FF2B5EF4-FFF2-40B4-BE49-F238E27FC236}">
                <a16:creationId xmlns:a16="http://schemas.microsoft.com/office/drawing/2014/main" id="{BD78408E-8202-42F3-8A3B-0459F6167A64}"/>
              </a:ext>
            </a:extLst>
          </p:cNvPr>
          <p:cNvSpPr>
            <a:spLocks noGrp="1"/>
          </p:cNvSpPr>
          <p:nvPr/>
        </p:nvSpPr>
        <p:spPr>
          <a:xfrm>
            <a:off x="46672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52" name="!!evs-52">
            <a:extLst>
              <a:ext uri="{FF2B5EF4-FFF2-40B4-BE49-F238E27FC236}">
                <a16:creationId xmlns:a16="http://schemas.microsoft.com/office/drawing/2014/main" id="{560FA54A-32F6-4287-A880-738AE8C1A8DF}"/>
              </a:ext>
            </a:extLst>
          </p:cNvPr>
          <p:cNvSpPr>
            <a:spLocks noGrp="1"/>
          </p:cNvSpPr>
          <p:nvPr/>
        </p:nvSpPr>
        <p:spPr>
          <a:xfrm>
            <a:off x="53149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3" name="!!evs-53">
            <a:extLst>
              <a:ext uri="{FF2B5EF4-FFF2-40B4-BE49-F238E27FC236}">
                <a16:creationId xmlns:a16="http://schemas.microsoft.com/office/drawing/2014/main" id="{15EBE860-92BD-46AB-AC79-3CE674E79315}"/>
              </a:ext>
            </a:extLst>
          </p:cNvPr>
          <p:cNvSpPr>
            <a:spLocks noGrp="1"/>
          </p:cNvSpPr>
          <p:nvPr/>
        </p:nvSpPr>
        <p:spPr>
          <a:xfrm>
            <a:off x="53149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pic>
        <p:nvPicPr>
          <p:cNvPr id="54" name="!!evs-54"/>
          <p:cNvPicPr>
            <a:picLocks noChangeAspect="1"/>
          </p:cNvPicPr>
          <p:nvPr/>
        </p:nvPicPr>
        <p:blipFill>
          <a:blip r:embed="rId6">
            <a:alphaModFix amt="38000"/>
          </a:blip>
          <a:stretch/>
        </p:blipFill>
        <p:spPr>
          <a:xfrm>
            <a:off x="5286375" y="2266950"/>
            <a:ext cx="381000" cy="381000"/>
          </a:xfrm>
          <a:prstGeom prst="rect">
            <a:avLst/>
          </a:prstGeom>
        </p:spPr>
      </p:pic>
      <p:sp>
        <p:nvSpPr>
          <p:cNvPr id="55" name="!!evs-55">
            <a:extLst>
              <a:ext uri="{FF2B5EF4-FFF2-40B4-BE49-F238E27FC236}">
                <a16:creationId xmlns:a16="http://schemas.microsoft.com/office/drawing/2014/main" id="{BAC3CF60-05BB-4CDE-A37D-749093B76809}"/>
              </a:ext>
            </a:extLst>
          </p:cNvPr>
          <p:cNvSpPr>
            <a:spLocks noGrp="1"/>
          </p:cNvSpPr>
          <p:nvPr/>
        </p:nvSpPr>
        <p:spPr>
          <a:xfrm>
            <a:off x="48006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CREATE</a:t>
            </a:r>
          </a:p>
        </p:txBody>
      </p:sp>
      <p:sp>
        <p:nvSpPr>
          <p:cNvPr id="56" name="!!evs-56">
            <a:extLst>
              <a:ext uri="{FF2B5EF4-FFF2-40B4-BE49-F238E27FC236}">
                <a16:creationId xmlns:a16="http://schemas.microsoft.com/office/drawing/2014/main" id="{5F06D6D3-C72D-4A46-A5FD-72B86FE37B3D}"/>
              </a:ext>
            </a:extLst>
          </p:cNvPr>
          <p:cNvSpPr>
            <a:spLocks noGrp="1"/>
          </p:cNvSpPr>
          <p:nvPr/>
        </p:nvSpPr>
        <p:spPr>
          <a:xfrm>
            <a:off x="48387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Fast-turn clips + edits</a:t>
            </a:r>
          </a:p>
        </p:txBody>
      </p:sp>
      <p:sp>
        <p:nvSpPr>
          <p:cNvPr id="57" name="!!evs-57">
            <a:extLst>
              <a:ext uri="{FF2B5EF4-FFF2-40B4-BE49-F238E27FC236}">
                <a16:creationId xmlns:a16="http://schemas.microsoft.com/office/drawing/2014/main" id="{10883198-CAF9-4058-8B32-EE9A2975D160}"/>
              </a:ext>
            </a:extLst>
          </p:cNvPr>
          <p:cNvSpPr>
            <a:spLocks noGrp="1"/>
          </p:cNvSpPr>
          <p:nvPr/>
        </p:nvSpPr>
        <p:spPr>
          <a:xfrm>
            <a:off x="62007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8" name="!!evs-58">
            <a:extLst>
              <a:ext uri="{FF2B5EF4-FFF2-40B4-BE49-F238E27FC236}">
                <a16:creationId xmlns:a16="http://schemas.microsoft.com/office/drawing/2014/main" id="{F91C721F-9EC8-4350-881C-ECD94A1460E9}"/>
              </a:ext>
            </a:extLst>
          </p:cNvPr>
          <p:cNvSpPr>
            <a:spLocks noGrp="1"/>
          </p:cNvSpPr>
          <p:nvPr/>
        </p:nvSpPr>
        <p:spPr>
          <a:xfrm>
            <a:off x="61531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59" name="!!evs-59">
            <a:extLst>
              <a:ext uri="{FF2B5EF4-FFF2-40B4-BE49-F238E27FC236}">
                <a16:creationId xmlns:a16="http://schemas.microsoft.com/office/drawing/2014/main" id="{0BD1D863-CD98-4BC4-83F2-5D8604CD4EF7}"/>
              </a:ext>
            </a:extLst>
          </p:cNvPr>
          <p:cNvSpPr>
            <a:spLocks noGrp="1"/>
          </p:cNvSpPr>
          <p:nvPr/>
        </p:nvSpPr>
        <p:spPr>
          <a:xfrm>
            <a:off x="68008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0" name="!!evs-60">
            <a:extLst>
              <a:ext uri="{FF2B5EF4-FFF2-40B4-BE49-F238E27FC236}">
                <a16:creationId xmlns:a16="http://schemas.microsoft.com/office/drawing/2014/main" id="{8A7CD8CF-D055-474C-B37B-73881EDCF42D}"/>
              </a:ext>
            </a:extLst>
          </p:cNvPr>
          <p:cNvSpPr>
            <a:spLocks noGrp="1"/>
          </p:cNvSpPr>
          <p:nvPr/>
        </p:nvSpPr>
        <p:spPr>
          <a:xfrm>
            <a:off x="68008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pic>
        <p:nvPicPr>
          <p:cNvPr id="61" name="!!evs-61"/>
          <p:cNvPicPr>
            <a:picLocks noChangeAspect="1"/>
          </p:cNvPicPr>
          <p:nvPr/>
        </p:nvPicPr>
        <p:blipFill>
          <a:blip r:embed="rId7">
            <a:alphaModFix amt="38000"/>
          </a:blip>
          <a:stretch/>
        </p:blipFill>
        <p:spPr>
          <a:xfrm>
            <a:off x="6772275" y="2266950"/>
            <a:ext cx="381000" cy="381000"/>
          </a:xfrm>
          <a:prstGeom prst="rect">
            <a:avLst/>
          </a:prstGeom>
        </p:spPr>
      </p:pic>
      <p:sp>
        <p:nvSpPr>
          <p:cNvPr id="62" name="!!evs-62">
            <a:extLst>
              <a:ext uri="{FF2B5EF4-FFF2-40B4-BE49-F238E27FC236}">
                <a16:creationId xmlns:a16="http://schemas.microsoft.com/office/drawing/2014/main" id="{8F2525E9-80A5-49BF-AD21-471BDAA4739A}"/>
              </a:ext>
            </a:extLst>
          </p:cNvPr>
          <p:cNvSpPr>
            <a:spLocks noGrp="1"/>
          </p:cNvSpPr>
          <p:nvPr/>
        </p:nvSpPr>
        <p:spPr>
          <a:xfrm>
            <a:off x="62865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97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COLLABORATE</a:t>
            </a:r>
          </a:p>
        </p:txBody>
      </p:sp>
      <p:sp>
        <p:nvSpPr>
          <p:cNvPr id="63" name="!!evs-63">
            <a:extLst>
              <a:ext uri="{FF2B5EF4-FFF2-40B4-BE49-F238E27FC236}">
                <a16:creationId xmlns:a16="http://schemas.microsoft.com/office/drawing/2014/main" id="{E36A47E3-2F58-4AD8-8713-172646A72155}"/>
              </a:ext>
            </a:extLst>
          </p:cNvPr>
          <p:cNvSpPr>
            <a:spLocks noGrp="1"/>
          </p:cNvSpPr>
          <p:nvPr/>
        </p:nvSpPr>
        <p:spPr>
          <a:xfrm>
            <a:off x="63246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681"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Rundown • approvals • status</a:t>
            </a:r>
          </a:p>
        </p:txBody>
      </p:sp>
      <p:sp>
        <p:nvSpPr>
          <p:cNvPr id="64" name="!!evs-64">
            <a:extLst>
              <a:ext uri="{FF2B5EF4-FFF2-40B4-BE49-F238E27FC236}">
                <a16:creationId xmlns:a16="http://schemas.microsoft.com/office/drawing/2014/main" id="{AEF3FC3D-94E7-4D10-9647-5041BEFD47D1}"/>
              </a:ext>
            </a:extLst>
          </p:cNvPr>
          <p:cNvSpPr>
            <a:spLocks noGrp="1"/>
          </p:cNvSpPr>
          <p:nvPr/>
        </p:nvSpPr>
        <p:spPr>
          <a:xfrm>
            <a:off x="76866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5" name="!!evs-65">
            <a:extLst>
              <a:ext uri="{FF2B5EF4-FFF2-40B4-BE49-F238E27FC236}">
                <a16:creationId xmlns:a16="http://schemas.microsoft.com/office/drawing/2014/main" id="{B886F13F-5C88-4943-A01B-C6A67FA3E5F4}"/>
              </a:ext>
            </a:extLst>
          </p:cNvPr>
          <p:cNvSpPr>
            <a:spLocks noGrp="1"/>
          </p:cNvSpPr>
          <p:nvPr/>
        </p:nvSpPr>
        <p:spPr>
          <a:xfrm>
            <a:off x="76390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66" name="!!evs-66">
            <a:extLst>
              <a:ext uri="{FF2B5EF4-FFF2-40B4-BE49-F238E27FC236}">
                <a16:creationId xmlns:a16="http://schemas.microsoft.com/office/drawing/2014/main" id="{087824FA-B3D0-4C31-BB76-3C723980F095}"/>
              </a:ext>
            </a:extLst>
          </p:cNvPr>
          <p:cNvSpPr>
            <a:spLocks noGrp="1"/>
          </p:cNvSpPr>
          <p:nvPr/>
        </p:nvSpPr>
        <p:spPr>
          <a:xfrm>
            <a:off x="82867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7" name="!!evs-67">
            <a:extLst>
              <a:ext uri="{FF2B5EF4-FFF2-40B4-BE49-F238E27FC236}">
                <a16:creationId xmlns:a16="http://schemas.microsoft.com/office/drawing/2014/main" id="{C41E1F2F-B7AD-4175-897D-1FF8060706E5}"/>
              </a:ext>
            </a:extLst>
          </p:cNvPr>
          <p:cNvSpPr>
            <a:spLocks noGrp="1"/>
          </p:cNvSpPr>
          <p:nvPr/>
        </p:nvSpPr>
        <p:spPr>
          <a:xfrm>
            <a:off x="82867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pic>
        <p:nvPicPr>
          <p:cNvPr id="68" name="!!evs-68"/>
          <p:cNvPicPr>
            <a:picLocks noChangeAspect="1"/>
          </p:cNvPicPr>
          <p:nvPr/>
        </p:nvPicPr>
        <p:blipFill>
          <a:blip r:embed="rId8">
            <a:alphaModFix amt="38000"/>
          </a:blip>
          <a:stretch/>
        </p:blipFill>
        <p:spPr>
          <a:xfrm>
            <a:off x="8258175" y="2266950"/>
            <a:ext cx="381000" cy="381000"/>
          </a:xfrm>
          <a:prstGeom prst="rect">
            <a:avLst/>
          </a:prstGeom>
        </p:spPr>
      </p:pic>
      <p:sp>
        <p:nvSpPr>
          <p:cNvPr id="69" name="!!evs-69">
            <a:extLst>
              <a:ext uri="{FF2B5EF4-FFF2-40B4-BE49-F238E27FC236}">
                <a16:creationId xmlns:a16="http://schemas.microsoft.com/office/drawing/2014/main" id="{99F95D8A-DAD1-47EE-BF12-8962197F2B3E}"/>
              </a:ext>
            </a:extLst>
          </p:cNvPr>
          <p:cNvSpPr>
            <a:spLocks noGrp="1"/>
          </p:cNvSpPr>
          <p:nvPr/>
        </p:nvSpPr>
        <p:spPr>
          <a:xfrm>
            <a:off x="77724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ENRICH</a:t>
            </a:r>
          </a:p>
        </p:txBody>
      </p:sp>
      <p:sp>
        <p:nvSpPr>
          <p:cNvPr id="70" name="!!evs-70">
            <a:extLst>
              <a:ext uri="{FF2B5EF4-FFF2-40B4-BE49-F238E27FC236}">
                <a16:creationId xmlns:a16="http://schemas.microsoft.com/office/drawing/2014/main" id="{CA89AC6B-410B-441E-8561-D0511D7AC054}"/>
              </a:ext>
            </a:extLst>
          </p:cNvPr>
          <p:cNvSpPr>
            <a:spLocks noGrp="1"/>
          </p:cNvSpPr>
          <p:nvPr/>
        </p:nvSpPr>
        <p:spPr>
          <a:xfrm>
            <a:off x="78105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681"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Graphics • captions • automation</a:t>
            </a:r>
          </a:p>
        </p:txBody>
      </p:sp>
      <p:sp>
        <p:nvSpPr>
          <p:cNvPr id="71" name="!!evs-71">
            <a:extLst>
              <a:ext uri="{FF2B5EF4-FFF2-40B4-BE49-F238E27FC236}">
                <a16:creationId xmlns:a16="http://schemas.microsoft.com/office/drawing/2014/main" id="{3969CE09-7356-4DD9-99A1-9CC15041CE1A}"/>
              </a:ext>
            </a:extLst>
          </p:cNvPr>
          <p:cNvSpPr>
            <a:spLocks noGrp="1"/>
          </p:cNvSpPr>
          <p:nvPr/>
        </p:nvSpPr>
        <p:spPr>
          <a:xfrm>
            <a:off x="91725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2" name="!!evs-72">
            <a:extLst>
              <a:ext uri="{FF2B5EF4-FFF2-40B4-BE49-F238E27FC236}">
                <a16:creationId xmlns:a16="http://schemas.microsoft.com/office/drawing/2014/main" id="{1F0A3DDF-1FE6-4C42-8E83-C5778A02ADCB}"/>
              </a:ext>
            </a:extLst>
          </p:cNvPr>
          <p:cNvSpPr>
            <a:spLocks noGrp="1"/>
          </p:cNvSpPr>
          <p:nvPr/>
        </p:nvSpPr>
        <p:spPr>
          <a:xfrm>
            <a:off x="91249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73" name="!!evs-73">
            <a:extLst>
              <a:ext uri="{FF2B5EF4-FFF2-40B4-BE49-F238E27FC236}">
                <a16:creationId xmlns:a16="http://schemas.microsoft.com/office/drawing/2014/main" id="{E3A13548-8DEC-4242-A4C4-807BC8AA539D}"/>
              </a:ext>
            </a:extLst>
          </p:cNvPr>
          <p:cNvSpPr>
            <a:spLocks noGrp="1"/>
          </p:cNvSpPr>
          <p:nvPr/>
        </p:nvSpPr>
        <p:spPr>
          <a:xfrm>
            <a:off x="97726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4" name="!!evs-74">
            <a:extLst>
              <a:ext uri="{FF2B5EF4-FFF2-40B4-BE49-F238E27FC236}">
                <a16:creationId xmlns:a16="http://schemas.microsoft.com/office/drawing/2014/main" id="{76479C2D-43B9-4420-9187-9F75D04020B2}"/>
              </a:ext>
            </a:extLst>
          </p:cNvPr>
          <p:cNvSpPr>
            <a:spLocks noGrp="1"/>
          </p:cNvSpPr>
          <p:nvPr/>
        </p:nvSpPr>
        <p:spPr>
          <a:xfrm>
            <a:off x="97726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7</a:t>
            </a:r>
          </a:p>
        </p:txBody>
      </p:sp>
      <p:pic>
        <p:nvPicPr>
          <p:cNvPr id="75" name="!!evs-75"/>
          <p:cNvPicPr>
            <a:picLocks noChangeAspect="1"/>
          </p:cNvPicPr>
          <p:nvPr/>
        </p:nvPicPr>
        <p:blipFill>
          <a:blip r:embed="rId9">
            <a:alphaModFix amt="38000"/>
          </a:blip>
          <a:stretch/>
        </p:blipFill>
        <p:spPr>
          <a:xfrm>
            <a:off x="9744075" y="2266950"/>
            <a:ext cx="381000" cy="381000"/>
          </a:xfrm>
          <a:prstGeom prst="rect">
            <a:avLst/>
          </a:prstGeom>
        </p:spPr>
      </p:pic>
      <p:sp>
        <p:nvSpPr>
          <p:cNvPr id="76" name="!!evs-76">
            <a:extLst>
              <a:ext uri="{FF2B5EF4-FFF2-40B4-BE49-F238E27FC236}">
                <a16:creationId xmlns:a16="http://schemas.microsoft.com/office/drawing/2014/main" id="{C9042E39-6F9F-4DE7-A582-3D04CDF71F1A}"/>
              </a:ext>
            </a:extLst>
          </p:cNvPr>
          <p:cNvSpPr>
            <a:spLocks noGrp="1"/>
          </p:cNvSpPr>
          <p:nvPr/>
        </p:nvSpPr>
        <p:spPr>
          <a:xfrm>
            <a:off x="92583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DELIVER</a:t>
            </a:r>
          </a:p>
        </p:txBody>
      </p:sp>
      <p:sp>
        <p:nvSpPr>
          <p:cNvPr id="77" name="!!evs-77">
            <a:extLst>
              <a:ext uri="{FF2B5EF4-FFF2-40B4-BE49-F238E27FC236}">
                <a16:creationId xmlns:a16="http://schemas.microsoft.com/office/drawing/2014/main" id="{064CD8C8-B6C2-4D55-B6C9-EB09B8C760F4}"/>
              </a:ext>
            </a:extLst>
          </p:cNvPr>
          <p:cNvSpPr>
            <a:spLocks noGrp="1"/>
          </p:cNvSpPr>
          <p:nvPr/>
        </p:nvSpPr>
        <p:spPr>
          <a:xfrm>
            <a:off x="92964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Broadcast • web • social</a:t>
            </a:r>
          </a:p>
        </p:txBody>
      </p:sp>
      <p:sp>
        <p:nvSpPr>
          <p:cNvPr id="78" name="!!evs-78">
            <a:extLst>
              <a:ext uri="{FF2B5EF4-FFF2-40B4-BE49-F238E27FC236}">
                <a16:creationId xmlns:a16="http://schemas.microsoft.com/office/drawing/2014/main" id="{62CB608B-1EAB-4C56-B18B-03A01CC285E5}"/>
              </a:ext>
            </a:extLst>
          </p:cNvPr>
          <p:cNvSpPr>
            <a:spLocks noGrp="1"/>
          </p:cNvSpPr>
          <p:nvPr/>
        </p:nvSpPr>
        <p:spPr>
          <a:xfrm>
            <a:off x="106584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9" name="!!evs-79">
            <a:extLst>
              <a:ext uri="{FF2B5EF4-FFF2-40B4-BE49-F238E27FC236}">
                <a16:creationId xmlns:a16="http://schemas.microsoft.com/office/drawing/2014/main" id="{343A81A5-E901-489A-97D9-B9CD9CBA0678}"/>
              </a:ext>
            </a:extLst>
          </p:cNvPr>
          <p:cNvSpPr>
            <a:spLocks noGrp="1"/>
          </p:cNvSpPr>
          <p:nvPr/>
        </p:nvSpPr>
        <p:spPr>
          <a:xfrm>
            <a:off x="106108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80" name="!!evs-80">
            <a:extLst>
              <a:ext uri="{FF2B5EF4-FFF2-40B4-BE49-F238E27FC236}">
                <a16:creationId xmlns:a16="http://schemas.microsoft.com/office/drawing/2014/main" id="{73C67DA5-5403-454E-BD3D-B576E71A9DD9}"/>
              </a:ext>
            </a:extLst>
          </p:cNvPr>
          <p:cNvSpPr>
            <a:spLocks noGrp="1"/>
          </p:cNvSpPr>
          <p:nvPr/>
        </p:nvSpPr>
        <p:spPr>
          <a:xfrm>
            <a:off x="112585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1" name="!!evs-81">
            <a:extLst>
              <a:ext uri="{FF2B5EF4-FFF2-40B4-BE49-F238E27FC236}">
                <a16:creationId xmlns:a16="http://schemas.microsoft.com/office/drawing/2014/main" id="{CA0A1820-639C-45C0-B6FA-1F18BBC9FBC6}"/>
              </a:ext>
            </a:extLst>
          </p:cNvPr>
          <p:cNvSpPr>
            <a:spLocks noGrp="1"/>
          </p:cNvSpPr>
          <p:nvPr/>
        </p:nvSpPr>
        <p:spPr>
          <a:xfrm>
            <a:off x="112585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8</a:t>
            </a:r>
          </a:p>
        </p:txBody>
      </p:sp>
      <p:pic>
        <p:nvPicPr>
          <p:cNvPr id="82" name="!!evs-82"/>
          <p:cNvPicPr>
            <a:picLocks noChangeAspect="1"/>
          </p:cNvPicPr>
          <p:nvPr/>
        </p:nvPicPr>
        <p:blipFill>
          <a:blip r:embed="rId10">
            <a:alphaModFix amt="38000"/>
          </a:blip>
          <a:stretch/>
        </p:blipFill>
        <p:spPr>
          <a:xfrm>
            <a:off x="11229975" y="2266950"/>
            <a:ext cx="381000" cy="381000"/>
          </a:xfrm>
          <a:prstGeom prst="rect">
            <a:avLst/>
          </a:prstGeom>
        </p:spPr>
      </p:pic>
      <p:sp>
        <p:nvSpPr>
          <p:cNvPr id="83" name="!!evs-83">
            <a:extLst>
              <a:ext uri="{FF2B5EF4-FFF2-40B4-BE49-F238E27FC236}">
                <a16:creationId xmlns:a16="http://schemas.microsoft.com/office/drawing/2014/main" id="{7C11AC9F-D256-4CEB-9612-93079CAAC6BB}"/>
              </a:ext>
            </a:extLst>
          </p:cNvPr>
          <p:cNvSpPr>
            <a:spLocks noGrp="1"/>
          </p:cNvSpPr>
          <p:nvPr/>
        </p:nvSpPr>
        <p:spPr>
          <a:xfrm>
            <a:off x="107442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PROTECT</a:t>
            </a:r>
          </a:p>
        </p:txBody>
      </p:sp>
      <p:sp>
        <p:nvSpPr>
          <p:cNvPr id="84" name="!!evs-84">
            <a:extLst>
              <a:ext uri="{FF2B5EF4-FFF2-40B4-BE49-F238E27FC236}">
                <a16:creationId xmlns:a16="http://schemas.microsoft.com/office/drawing/2014/main" id="{D136EEBC-5EEA-4317-832A-6CDAECB5CA59}"/>
              </a:ext>
            </a:extLst>
          </p:cNvPr>
          <p:cNvSpPr>
            <a:spLocks noGrp="1"/>
          </p:cNvSpPr>
          <p:nvPr/>
        </p:nvSpPr>
        <p:spPr>
          <a:xfrm>
            <a:off x="107823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043"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Permissions • audit • backup</a:t>
            </a:r>
          </a:p>
        </p:txBody>
      </p:sp>
      <p:sp>
        <p:nvSpPr>
          <p:cNvPr id="85" name="!!evs-85">
            <a:extLst>
              <a:ext uri="{FF2B5EF4-FFF2-40B4-BE49-F238E27FC236}">
                <a16:creationId xmlns:a16="http://schemas.microsoft.com/office/drawing/2014/main" id="{E2548952-CC3D-487E-AAEA-D171427089DB}"/>
              </a:ext>
            </a:extLst>
          </p:cNvPr>
          <p:cNvSpPr>
            <a:spLocks noGrp="1"/>
          </p:cNvSpPr>
          <p:nvPr/>
        </p:nvSpPr>
        <p:spPr>
          <a:xfrm>
            <a:off x="638175" y="3705225"/>
            <a:ext cx="10915650" cy="19050"/>
          </a:xfrm>
          <a:prstGeom prst="rect">
            <a:avLst/>
          </a:prstGeom>
          <a:solidFill>
            <a:srgbClr val="238EC0">
              <a:alpha val="7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6" name="!!evs-86">
            <a:extLst>
              <a:ext uri="{FF2B5EF4-FFF2-40B4-BE49-F238E27FC236}">
                <a16:creationId xmlns:a16="http://schemas.microsoft.com/office/drawing/2014/main" id="{E2590127-FE6B-4CD3-A556-424A212AA65A}"/>
              </a:ext>
            </a:extLst>
          </p:cNvPr>
          <p:cNvSpPr>
            <a:spLocks noGrp="1"/>
          </p:cNvSpPr>
          <p:nvPr/>
        </p:nvSpPr>
        <p:spPr>
          <a:xfrm>
            <a:off x="10096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7" name="!!evs-87">
            <a:extLst>
              <a:ext uri="{FF2B5EF4-FFF2-40B4-BE49-F238E27FC236}">
                <a16:creationId xmlns:a16="http://schemas.microsoft.com/office/drawing/2014/main" id="{2EDF0EAD-F3F4-4781-B223-F5A0F98EDD48}"/>
              </a:ext>
            </a:extLst>
          </p:cNvPr>
          <p:cNvSpPr>
            <a:spLocks noGrp="1"/>
          </p:cNvSpPr>
          <p:nvPr/>
        </p:nvSpPr>
        <p:spPr>
          <a:xfrm>
            <a:off x="9810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8" name="!!evs-88">
            <a:extLst>
              <a:ext uri="{FF2B5EF4-FFF2-40B4-BE49-F238E27FC236}">
                <a16:creationId xmlns:a16="http://schemas.microsoft.com/office/drawing/2014/main" id="{B75A5305-EB8F-4EB2-894C-2F932DABCDC8}"/>
              </a:ext>
            </a:extLst>
          </p:cNvPr>
          <p:cNvSpPr>
            <a:spLocks noGrp="1"/>
          </p:cNvSpPr>
          <p:nvPr/>
        </p:nvSpPr>
        <p:spPr>
          <a:xfrm>
            <a:off x="24955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9" name="!!evs-89">
            <a:extLst>
              <a:ext uri="{FF2B5EF4-FFF2-40B4-BE49-F238E27FC236}">
                <a16:creationId xmlns:a16="http://schemas.microsoft.com/office/drawing/2014/main" id="{2539F03D-416B-4279-B6E2-2BB0E2B3B469}"/>
              </a:ext>
            </a:extLst>
          </p:cNvPr>
          <p:cNvSpPr>
            <a:spLocks noGrp="1"/>
          </p:cNvSpPr>
          <p:nvPr/>
        </p:nvSpPr>
        <p:spPr>
          <a:xfrm>
            <a:off x="24669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0" name="!!evs-90">
            <a:extLst>
              <a:ext uri="{FF2B5EF4-FFF2-40B4-BE49-F238E27FC236}">
                <a16:creationId xmlns:a16="http://schemas.microsoft.com/office/drawing/2014/main" id="{BBB6EDAA-42FB-4444-8C07-C600DB2CC18D}"/>
              </a:ext>
            </a:extLst>
          </p:cNvPr>
          <p:cNvSpPr>
            <a:spLocks noGrp="1"/>
          </p:cNvSpPr>
          <p:nvPr/>
        </p:nvSpPr>
        <p:spPr>
          <a:xfrm>
            <a:off x="39814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1" name="!!evs-91">
            <a:extLst>
              <a:ext uri="{FF2B5EF4-FFF2-40B4-BE49-F238E27FC236}">
                <a16:creationId xmlns:a16="http://schemas.microsoft.com/office/drawing/2014/main" id="{AC63C304-3ECF-4447-9DCC-F7AD54062E4A}"/>
              </a:ext>
            </a:extLst>
          </p:cNvPr>
          <p:cNvSpPr>
            <a:spLocks noGrp="1"/>
          </p:cNvSpPr>
          <p:nvPr/>
        </p:nvSpPr>
        <p:spPr>
          <a:xfrm>
            <a:off x="39528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2" name="!!evs-92">
            <a:extLst>
              <a:ext uri="{FF2B5EF4-FFF2-40B4-BE49-F238E27FC236}">
                <a16:creationId xmlns:a16="http://schemas.microsoft.com/office/drawing/2014/main" id="{EDCB6E99-D008-489B-9EF1-97C0524D21DC}"/>
              </a:ext>
            </a:extLst>
          </p:cNvPr>
          <p:cNvSpPr>
            <a:spLocks noGrp="1"/>
          </p:cNvSpPr>
          <p:nvPr/>
        </p:nvSpPr>
        <p:spPr>
          <a:xfrm>
            <a:off x="54673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3" name="!!evs-93">
            <a:extLst>
              <a:ext uri="{FF2B5EF4-FFF2-40B4-BE49-F238E27FC236}">
                <a16:creationId xmlns:a16="http://schemas.microsoft.com/office/drawing/2014/main" id="{DA5DBB0C-4A51-4B0A-BBE8-86EAB20FEE44}"/>
              </a:ext>
            </a:extLst>
          </p:cNvPr>
          <p:cNvSpPr>
            <a:spLocks noGrp="1"/>
          </p:cNvSpPr>
          <p:nvPr/>
        </p:nvSpPr>
        <p:spPr>
          <a:xfrm>
            <a:off x="54387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4" name="!!evs-94">
            <a:extLst>
              <a:ext uri="{FF2B5EF4-FFF2-40B4-BE49-F238E27FC236}">
                <a16:creationId xmlns:a16="http://schemas.microsoft.com/office/drawing/2014/main" id="{7FD6BFA2-BD1F-4C13-B652-4442CE244047}"/>
              </a:ext>
            </a:extLst>
          </p:cNvPr>
          <p:cNvSpPr>
            <a:spLocks noGrp="1"/>
          </p:cNvSpPr>
          <p:nvPr/>
        </p:nvSpPr>
        <p:spPr>
          <a:xfrm>
            <a:off x="69532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5" name="!!evs-95">
            <a:extLst>
              <a:ext uri="{FF2B5EF4-FFF2-40B4-BE49-F238E27FC236}">
                <a16:creationId xmlns:a16="http://schemas.microsoft.com/office/drawing/2014/main" id="{A2FF0313-9A88-4543-B35A-A12D2B0A87A2}"/>
              </a:ext>
            </a:extLst>
          </p:cNvPr>
          <p:cNvSpPr>
            <a:spLocks noGrp="1"/>
          </p:cNvSpPr>
          <p:nvPr/>
        </p:nvSpPr>
        <p:spPr>
          <a:xfrm>
            <a:off x="69246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6" name="!!evs-96">
            <a:extLst>
              <a:ext uri="{FF2B5EF4-FFF2-40B4-BE49-F238E27FC236}">
                <a16:creationId xmlns:a16="http://schemas.microsoft.com/office/drawing/2014/main" id="{FFFB27CF-E3A6-4074-9DB7-5F84C134A05A}"/>
              </a:ext>
            </a:extLst>
          </p:cNvPr>
          <p:cNvSpPr>
            <a:spLocks noGrp="1"/>
          </p:cNvSpPr>
          <p:nvPr/>
        </p:nvSpPr>
        <p:spPr>
          <a:xfrm>
            <a:off x="84391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7" name="!!evs-97">
            <a:extLst>
              <a:ext uri="{FF2B5EF4-FFF2-40B4-BE49-F238E27FC236}">
                <a16:creationId xmlns:a16="http://schemas.microsoft.com/office/drawing/2014/main" id="{841846A0-6779-40CE-9B76-4694C566937E}"/>
              </a:ext>
            </a:extLst>
          </p:cNvPr>
          <p:cNvSpPr>
            <a:spLocks noGrp="1"/>
          </p:cNvSpPr>
          <p:nvPr/>
        </p:nvSpPr>
        <p:spPr>
          <a:xfrm>
            <a:off x="84105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8" name="!!evs-98">
            <a:extLst>
              <a:ext uri="{FF2B5EF4-FFF2-40B4-BE49-F238E27FC236}">
                <a16:creationId xmlns:a16="http://schemas.microsoft.com/office/drawing/2014/main" id="{BDBD97F4-71D1-4E30-A52A-8AEACA5232EF}"/>
              </a:ext>
            </a:extLst>
          </p:cNvPr>
          <p:cNvSpPr>
            <a:spLocks noGrp="1"/>
          </p:cNvSpPr>
          <p:nvPr/>
        </p:nvSpPr>
        <p:spPr>
          <a:xfrm>
            <a:off x="99250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9" name="!!evs-99">
            <a:extLst>
              <a:ext uri="{FF2B5EF4-FFF2-40B4-BE49-F238E27FC236}">
                <a16:creationId xmlns:a16="http://schemas.microsoft.com/office/drawing/2014/main" id="{146B5E67-EB68-4DFD-86E3-A9D6F05F7247}"/>
              </a:ext>
            </a:extLst>
          </p:cNvPr>
          <p:cNvSpPr>
            <a:spLocks noGrp="1"/>
          </p:cNvSpPr>
          <p:nvPr/>
        </p:nvSpPr>
        <p:spPr>
          <a:xfrm>
            <a:off x="98964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0" name="!!evs-100">
            <a:extLst>
              <a:ext uri="{FF2B5EF4-FFF2-40B4-BE49-F238E27FC236}">
                <a16:creationId xmlns:a16="http://schemas.microsoft.com/office/drawing/2014/main" id="{B4813ED1-2468-4DBA-9310-14152D49AF7A}"/>
              </a:ext>
            </a:extLst>
          </p:cNvPr>
          <p:cNvSpPr>
            <a:spLocks noGrp="1"/>
          </p:cNvSpPr>
          <p:nvPr/>
        </p:nvSpPr>
        <p:spPr>
          <a:xfrm>
            <a:off x="114109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1" name="!!evs-101">
            <a:extLst>
              <a:ext uri="{FF2B5EF4-FFF2-40B4-BE49-F238E27FC236}">
                <a16:creationId xmlns:a16="http://schemas.microsoft.com/office/drawing/2014/main" id="{3CCFFB07-DD31-4E89-97D6-809E0F46BBA5}"/>
              </a:ext>
            </a:extLst>
          </p:cNvPr>
          <p:cNvSpPr>
            <a:spLocks noGrp="1"/>
          </p:cNvSpPr>
          <p:nvPr/>
        </p:nvSpPr>
        <p:spPr>
          <a:xfrm>
            <a:off x="113823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2" name="!!evs-102">
            <a:extLst>
              <a:ext uri="{FF2B5EF4-FFF2-40B4-BE49-F238E27FC236}">
                <a16:creationId xmlns:a16="http://schemas.microsoft.com/office/drawing/2014/main" id="{BCF93FF7-A15D-4F31-A827-003F550A8669}"/>
              </a:ext>
            </a:extLst>
          </p:cNvPr>
          <p:cNvSpPr>
            <a:spLocks noGrp="1"/>
          </p:cNvSpPr>
          <p:nvPr/>
        </p:nvSpPr>
        <p:spPr>
          <a:xfrm>
            <a:off x="400050" y="3905250"/>
            <a:ext cx="11391900" cy="9525"/>
          </a:xfrm>
          <a:prstGeom prst="rect">
            <a:avLst/>
          </a:prstGeom>
          <a:solidFill>
            <a:srgbClr val="58D9FF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3" name="!!evs-103">
            <a:extLst>
              <a:ext uri="{FF2B5EF4-FFF2-40B4-BE49-F238E27FC236}">
                <a16:creationId xmlns:a16="http://schemas.microsoft.com/office/drawing/2014/main" id="{2D7E5887-CE8D-4BAC-93E8-B65EA07C8F03}"/>
              </a:ext>
            </a:extLst>
          </p:cNvPr>
          <p:cNvSpPr>
            <a:spLocks noGrp="1"/>
          </p:cNvSpPr>
          <p:nvPr/>
        </p:nvSpPr>
        <p:spPr>
          <a:xfrm>
            <a:off x="400050" y="4943475"/>
            <a:ext cx="11391900" cy="9525"/>
          </a:xfrm>
          <a:prstGeom prst="rect">
            <a:avLst/>
          </a:prstGeom>
          <a:solidFill>
            <a:srgbClr val="238EC0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4" name="!!evs-104">
            <a:extLst>
              <a:ext uri="{FF2B5EF4-FFF2-40B4-BE49-F238E27FC236}">
                <a16:creationId xmlns:a16="http://schemas.microsoft.com/office/drawing/2014/main" id="{BC4F0EB1-7828-48A9-AFD3-03246BC0E0A8}"/>
              </a:ext>
            </a:extLst>
          </p:cNvPr>
          <p:cNvSpPr>
            <a:spLocks noGrp="1"/>
          </p:cNvSpPr>
          <p:nvPr/>
        </p:nvSpPr>
        <p:spPr>
          <a:xfrm>
            <a:off x="3695700" y="3962400"/>
            <a:ext cx="4800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POWERED BY A UNIFIED MEDIA FOUNDATION</a:t>
            </a:r>
          </a:p>
        </p:txBody>
      </p:sp>
      <p:pic>
        <p:nvPicPr>
          <p:cNvPr id="105" name="!!evs-105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685800" y="4129412"/>
            <a:ext cx="1809750" cy="637526"/>
          </a:xfrm>
          <a:prstGeom prst="rect">
            <a:avLst/>
          </a:prstGeom>
        </p:spPr>
      </p:pic>
      <p:pic>
        <p:nvPicPr>
          <p:cNvPr id="106" name="!!evs-106"/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9658350" y="4122701"/>
            <a:ext cx="1847850" cy="650947"/>
          </a:xfrm>
          <a:prstGeom prst="rect">
            <a:avLst/>
          </a:prstGeom>
        </p:spPr>
      </p:pic>
      <p:sp>
        <p:nvSpPr>
          <p:cNvPr id="107" name="!!evs-107">
            <a:extLst>
              <a:ext uri="{FF2B5EF4-FFF2-40B4-BE49-F238E27FC236}">
                <a16:creationId xmlns:a16="http://schemas.microsoft.com/office/drawing/2014/main" id="{F599F316-9A2A-4C84-AC82-A8EC9F24E75F}"/>
              </a:ext>
            </a:extLst>
          </p:cNvPr>
          <p:cNvSpPr>
            <a:spLocks noGrp="1"/>
          </p:cNvSpPr>
          <p:nvPr/>
        </p:nvSpPr>
        <p:spPr>
          <a:xfrm>
            <a:off x="876300" y="4705350"/>
            <a:ext cx="1447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rPr>
              <a:t>XS-VIA</a:t>
            </a:r>
          </a:p>
        </p:txBody>
      </p:sp>
      <p:sp>
        <p:nvSpPr>
          <p:cNvPr id="108" name="!!evs-108">
            <a:extLst>
              <a:ext uri="{FF2B5EF4-FFF2-40B4-BE49-F238E27FC236}">
                <a16:creationId xmlns:a16="http://schemas.microsoft.com/office/drawing/2014/main" id="{564E3D0D-1B9C-4E72-8F0A-C740A3EF96D2}"/>
              </a:ext>
            </a:extLst>
          </p:cNvPr>
          <p:cNvSpPr>
            <a:spLocks noGrp="1"/>
          </p:cNvSpPr>
          <p:nvPr/>
        </p:nvSpPr>
        <p:spPr>
          <a:xfrm>
            <a:off x="876300" y="4857750"/>
            <a:ext cx="14478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INGEST &amp; PLAYOUT</a:t>
            </a:r>
          </a:p>
        </p:txBody>
      </p:sp>
      <p:sp>
        <p:nvSpPr>
          <p:cNvPr id="109" name="!!evs-109">
            <a:extLst>
              <a:ext uri="{FF2B5EF4-FFF2-40B4-BE49-F238E27FC236}">
                <a16:creationId xmlns:a16="http://schemas.microsoft.com/office/drawing/2014/main" id="{457AD0BA-7CD2-4D95-AA8B-38DDAA41C928}"/>
              </a:ext>
            </a:extLst>
          </p:cNvPr>
          <p:cNvSpPr>
            <a:spLocks noGrp="1"/>
          </p:cNvSpPr>
          <p:nvPr/>
        </p:nvSpPr>
        <p:spPr>
          <a:xfrm>
            <a:off x="9810750" y="4705350"/>
            <a:ext cx="1543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rPr>
              <a:t>XSstore</a:t>
            </a:r>
          </a:p>
        </p:txBody>
      </p:sp>
      <p:sp>
        <p:nvSpPr>
          <p:cNvPr id="110" name="!!evs-110">
            <a:extLst>
              <a:ext uri="{FF2B5EF4-FFF2-40B4-BE49-F238E27FC236}">
                <a16:creationId xmlns:a16="http://schemas.microsoft.com/office/drawing/2014/main" id="{CCB4B253-E05B-4D4B-A656-06469EC530EB}"/>
              </a:ext>
            </a:extLst>
          </p:cNvPr>
          <p:cNvSpPr>
            <a:spLocks noGrp="1"/>
          </p:cNvSpPr>
          <p:nvPr/>
        </p:nvSpPr>
        <p:spPr>
          <a:xfrm>
            <a:off x="9810750" y="4857750"/>
            <a:ext cx="15430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NEARLINE STORAGE</a:t>
            </a:r>
          </a:p>
        </p:txBody>
      </p:sp>
      <p:sp>
        <p:nvSpPr>
          <p:cNvPr id="111" name="!!evs-111">
            <a:extLst>
              <a:ext uri="{FF2B5EF4-FFF2-40B4-BE49-F238E27FC236}">
                <a16:creationId xmlns:a16="http://schemas.microsoft.com/office/drawing/2014/main" id="{5E2F406C-5341-4519-A2DB-F0897099EA73}"/>
              </a:ext>
            </a:extLst>
          </p:cNvPr>
          <p:cNvSpPr>
            <a:spLocks noGrp="1"/>
          </p:cNvSpPr>
          <p:nvPr/>
        </p:nvSpPr>
        <p:spPr>
          <a:xfrm>
            <a:off x="2990850" y="4295775"/>
            <a:ext cx="2905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491"/>
          </a:bodyPr>
          <a:lstStyle/>
          <a:p>
            <a:pPr algn="r">
              <a:lnSpc>
                <a:spcPct val="100000"/>
              </a:lnSpc>
              <a:buNone/>
              <a:def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MediaCeption</a:t>
            </a:r>
          </a:p>
        </p:txBody>
      </p:sp>
      <p:sp>
        <p:nvSpPr>
          <p:cNvPr id="112" name="!!evs-112">
            <a:extLst>
              <a:ext uri="{FF2B5EF4-FFF2-40B4-BE49-F238E27FC236}">
                <a16:creationId xmlns:a16="http://schemas.microsoft.com/office/drawing/2014/main" id="{2DE80D2E-4560-42C4-B83C-EBFE288E3C05}"/>
              </a:ext>
            </a:extLst>
          </p:cNvPr>
          <p:cNvSpPr>
            <a:spLocks noGrp="1"/>
          </p:cNvSpPr>
          <p:nvPr/>
        </p:nvSpPr>
        <p:spPr>
          <a:xfrm>
            <a:off x="5981700" y="4305300"/>
            <a:ext cx="323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7500"/>
          </a:bodyPr>
          <a:lstStyle/>
          <a:p>
            <a:pPr algn="ctr">
              <a:lnSpc>
                <a:spcPct val="100000"/>
              </a:lnSpc>
              <a:buNone/>
              <a:defRPr sz="300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rPr>
              <a:t>+</a:t>
            </a:r>
          </a:p>
        </p:txBody>
      </p:sp>
      <p:sp>
        <p:nvSpPr>
          <p:cNvPr id="113" name="!!evs-113">
            <a:extLst>
              <a:ext uri="{FF2B5EF4-FFF2-40B4-BE49-F238E27FC236}">
                <a16:creationId xmlns:a16="http://schemas.microsoft.com/office/drawing/2014/main" id="{FC0C364D-99D1-4DAC-B63A-C826E4B26D58}"/>
              </a:ext>
            </a:extLst>
          </p:cNvPr>
          <p:cNvSpPr>
            <a:spLocks noGrp="1"/>
          </p:cNvSpPr>
          <p:nvPr/>
        </p:nvSpPr>
        <p:spPr>
          <a:xfrm>
            <a:off x="6381750" y="4295775"/>
            <a:ext cx="2724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491"/>
          </a:bodyPr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VIA MAP</a:t>
            </a:r>
          </a:p>
        </p:txBody>
      </p:sp>
      <p:sp>
        <p:nvSpPr>
          <p:cNvPr id="114" name="!!evs-114">
            <a:extLst>
              <a:ext uri="{FF2B5EF4-FFF2-40B4-BE49-F238E27FC236}">
                <a16:creationId xmlns:a16="http://schemas.microsoft.com/office/drawing/2014/main" id="{853C9AD8-2638-4DBD-B13C-5ED7F708373D}"/>
              </a:ext>
            </a:extLst>
          </p:cNvPr>
          <p:cNvSpPr>
            <a:spLocks noGrp="1"/>
          </p:cNvSpPr>
          <p:nvPr/>
        </p:nvSpPr>
        <p:spPr>
          <a:xfrm>
            <a:off x="4057650" y="4772025"/>
            <a:ext cx="4076700" cy="19050"/>
          </a:xfrm>
          <a:prstGeom prst="rect">
            <a:avLst/>
          </a:prstGeom>
          <a:gradFill>
            <a:gsLst>
              <a:gs pos="0">
                <a:srgbClr val="58D9FF">
                  <a:alpha val="0"/>
                </a:srgbClr>
              </a:gs>
              <a:gs pos="50000">
                <a:srgbClr val="58D9FF"/>
              </a:gs>
              <a:gs pos="100000">
                <a:srgbClr val="58D9FF">
                  <a:alpha val="0"/>
                </a:srgbClr>
              </a:gs>
            </a:gsLst>
            <a:lin ang="5400000"/>
          </a:gra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5" name="!!evs-115">
            <a:extLst>
              <a:ext uri="{FF2B5EF4-FFF2-40B4-BE49-F238E27FC236}">
                <a16:creationId xmlns:a16="http://schemas.microsoft.com/office/drawing/2014/main" id="{A5B217D6-DD14-4180-BFA1-66E2B8D916EF}"/>
              </a:ext>
            </a:extLst>
          </p:cNvPr>
          <p:cNvSpPr>
            <a:spLocks noGrp="1"/>
          </p:cNvSpPr>
          <p:nvPr/>
        </p:nvSpPr>
        <p:spPr>
          <a:xfrm>
            <a:off x="4171950" y="4819650"/>
            <a:ext cx="38481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CONNECTING CONTENT, PEOPLE, POSSIBILITIES</a:t>
            </a:r>
          </a:p>
        </p:txBody>
      </p:sp>
      <p:sp>
        <p:nvSpPr>
          <p:cNvPr id="116" name="!!evs-116">
            <a:extLst>
              <a:ext uri="{FF2B5EF4-FFF2-40B4-BE49-F238E27FC236}">
                <a16:creationId xmlns:a16="http://schemas.microsoft.com/office/drawing/2014/main" id="{2001F073-535A-45C6-B8EB-0105F988647E}"/>
              </a:ext>
            </a:extLst>
          </p:cNvPr>
          <p:cNvSpPr>
            <a:spLocks noGrp="1"/>
          </p:cNvSpPr>
          <p:nvPr/>
        </p:nvSpPr>
        <p:spPr>
          <a:xfrm>
            <a:off x="-1143000" y="6143625"/>
            <a:ext cx="14478000" cy="2857500"/>
          </a:xfrm>
          <a:prstGeom prst="ellipse">
            <a:avLst/>
          </a:prstGeom>
          <a:noFill/>
          <a:ln w="19050">
            <a:solidFill>
              <a:srgbClr val="0B3F5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17" name="!!evs-117"/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1533525" y="5153025"/>
            <a:ext cx="457200" cy="457200"/>
          </a:xfrm>
          <a:prstGeom prst="rect">
            <a:avLst/>
          </a:prstGeom>
        </p:spPr>
      </p:pic>
      <p:sp>
        <p:nvSpPr>
          <p:cNvPr id="118" name="!!evs-118">
            <a:extLst>
              <a:ext uri="{FF2B5EF4-FFF2-40B4-BE49-F238E27FC236}">
                <a16:creationId xmlns:a16="http://schemas.microsoft.com/office/drawing/2014/main" id="{00C747CA-E471-4342-AC0B-5B53B1D85097}"/>
              </a:ext>
            </a:extLst>
          </p:cNvPr>
          <p:cNvSpPr>
            <a:spLocks noGrp="1"/>
          </p:cNvSpPr>
          <p:nvPr/>
        </p:nvSpPr>
        <p:spPr>
          <a:xfrm>
            <a:off x="428625" y="56197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Faster to Air</a:t>
            </a:r>
          </a:p>
        </p:txBody>
      </p:sp>
      <p:sp>
        <p:nvSpPr>
          <p:cNvPr id="119" name="!!evs-119">
            <a:extLst>
              <a:ext uri="{FF2B5EF4-FFF2-40B4-BE49-F238E27FC236}">
                <a16:creationId xmlns:a16="http://schemas.microsoft.com/office/drawing/2014/main" id="{F60C23B0-FA43-4F60-BAFE-3FDDB0E48B2E}"/>
              </a:ext>
            </a:extLst>
          </p:cNvPr>
          <p:cNvSpPr>
            <a:spLocks noGrp="1"/>
          </p:cNvSpPr>
          <p:nvPr/>
        </p:nvSpPr>
        <p:spPr>
          <a:xfrm>
            <a:off x="428625" y="58864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TURN IDEAS INTO IMPACT</a:t>
            </a:r>
          </a:p>
        </p:txBody>
      </p:sp>
      <p:sp>
        <p:nvSpPr>
          <p:cNvPr id="120" name="!!evs-120">
            <a:extLst>
              <a:ext uri="{FF2B5EF4-FFF2-40B4-BE49-F238E27FC236}">
                <a16:creationId xmlns:a16="http://schemas.microsoft.com/office/drawing/2014/main" id="{07978FEB-7BFB-4979-9BF3-CAB5D324E911}"/>
              </a:ext>
            </a:extLst>
          </p:cNvPr>
          <p:cNvSpPr>
            <a:spLocks noGrp="1"/>
          </p:cNvSpPr>
          <p:nvPr/>
        </p:nvSpPr>
        <p:spPr>
          <a:xfrm>
            <a:off x="3219450" y="5219700"/>
            <a:ext cx="9525" cy="790575"/>
          </a:xfrm>
          <a:prstGeom prst="rect">
            <a:avLst/>
          </a:prstGeom>
          <a:solidFill>
            <a:srgbClr val="2B5B72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21" name="!!evs-121"/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4457700" y="5153025"/>
            <a:ext cx="457200" cy="457200"/>
          </a:xfrm>
          <a:prstGeom prst="rect">
            <a:avLst/>
          </a:prstGeom>
        </p:spPr>
      </p:pic>
      <p:sp>
        <p:nvSpPr>
          <p:cNvPr id="122" name="!!evs-122">
            <a:extLst>
              <a:ext uri="{FF2B5EF4-FFF2-40B4-BE49-F238E27FC236}">
                <a16:creationId xmlns:a16="http://schemas.microsoft.com/office/drawing/2014/main" id="{1479DCB8-C84B-448A-83F6-5360ACCCE4B7}"/>
              </a:ext>
            </a:extLst>
          </p:cNvPr>
          <p:cNvSpPr>
            <a:spLocks noGrp="1"/>
          </p:cNvSpPr>
          <p:nvPr/>
        </p:nvSpPr>
        <p:spPr>
          <a:xfrm>
            <a:off x="3352800" y="56197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Metadata Continuity</a:t>
            </a:r>
          </a:p>
        </p:txBody>
      </p:sp>
      <p:sp>
        <p:nvSpPr>
          <p:cNvPr id="123" name="!!evs-123">
            <a:extLst>
              <a:ext uri="{FF2B5EF4-FFF2-40B4-BE49-F238E27FC236}">
                <a16:creationId xmlns:a16="http://schemas.microsoft.com/office/drawing/2014/main" id="{9C98DEC2-5B44-4AE9-A8DE-4F4FF1E6861D}"/>
              </a:ext>
            </a:extLst>
          </p:cNvPr>
          <p:cNvSpPr>
            <a:spLocks noGrp="1"/>
          </p:cNvSpPr>
          <p:nvPr/>
        </p:nvSpPr>
        <p:spPr>
          <a:xfrm>
            <a:off x="3352800" y="58864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CONTEXT TODAY. VALUE TOMORROW.</a:t>
            </a:r>
          </a:p>
        </p:txBody>
      </p:sp>
      <p:sp>
        <p:nvSpPr>
          <p:cNvPr id="124" name="!!evs-124">
            <a:extLst>
              <a:ext uri="{FF2B5EF4-FFF2-40B4-BE49-F238E27FC236}">
                <a16:creationId xmlns:a16="http://schemas.microsoft.com/office/drawing/2014/main" id="{4508C7DF-4C6C-4A4B-8C8D-557F7B27AB6F}"/>
              </a:ext>
            </a:extLst>
          </p:cNvPr>
          <p:cNvSpPr>
            <a:spLocks noGrp="1"/>
          </p:cNvSpPr>
          <p:nvPr/>
        </p:nvSpPr>
        <p:spPr>
          <a:xfrm>
            <a:off x="6143625" y="5219700"/>
            <a:ext cx="9525" cy="790575"/>
          </a:xfrm>
          <a:prstGeom prst="rect">
            <a:avLst/>
          </a:prstGeom>
          <a:solidFill>
            <a:srgbClr val="2B5B72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25" name="!!evs-125"/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7381875" y="5153025"/>
            <a:ext cx="457200" cy="457200"/>
          </a:xfrm>
          <a:prstGeom prst="rect">
            <a:avLst/>
          </a:prstGeom>
        </p:spPr>
      </p:pic>
      <p:sp>
        <p:nvSpPr>
          <p:cNvPr id="126" name="!!evs-126">
            <a:extLst>
              <a:ext uri="{FF2B5EF4-FFF2-40B4-BE49-F238E27FC236}">
                <a16:creationId xmlns:a16="http://schemas.microsoft.com/office/drawing/2014/main" id="{823DEF9F-907C-4AB5-A0E0-6563E845A1A6}"/>
              </a:ext>
            </a:extLst>
          </p:cNvPr>
          <p:cNvSpPr>
            <a:spLocks noGrp="1"/>
          </p:cNvSpPr>
          <p:nvPr/>
        </p:nvSpPr>
        <p:spPr>
          <a:xfrm>
            <a:off x="6276975" y="56197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155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One Source, Multiple Screens</a:t>
            </a:r>
          </a:p>
        </p:txBody>
      </p:sp>
      <p:sp>
        <p:nvSpPr>
          <p:cNvPr id="127" name="!!evs-127">
            <a:extLst>
              <a:ext uri="{FF2B5EF4-FFF2-40B4-BE49-F238E27FC236}">
                <a16:creationId xmlns:a16="http://schemas.microsoft.com/office/drawing/2014/main" id="{56C3C6AE-9A8B-4AF1-B350-04809D48FCFF}"/>
              </a:ext>
            </a:extLst>
          </p:cNvPr>
          <p:cNvSpPr>
            <a:spLocks noGrp="1"/>
          </p:cNvSpPr>
          <p:nvPr/>
        </p:nvSpPr>
        <p:spPr>
          <a:xfrm>
            <a:off x="6276975" y="58864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A GREATER REACH FOR EVERY STORY</a:t>
            </a:r>
          </a:p>
        </p:txBody>
      </p:sp>
      <p:sp>
        <p:nvSpPr>
          <p:cNvPr id="128" name="!!evs-128">
            <a:extLst>
              <a:ext uri="{FF2B5EF4-FFF2-40B4-BE49-F238E27FC236}">
                <a16:creationId xmlns:a16="http://schemas.microsoft.com/office/drawing/2014/main" id="{9F7C7D0A-081D-4696-A9A0-B3661AE52A6A}"/>
              </a:ext>
            </a:extLst>
          </p:cNvPr>
          <p:cNvSpPr>
            <a:spLocks noGrp="1"/>
          </p:cNvSpPr>
          <p:nvPr/>
        </p:nvSpPr>
        <p:spPr>
          <a:xfrm>
            <a:off x="9067800" y="5219700"/>
            <a:ext cx="9525" cy="790575"/>
          </a:xfrm>
          <a:prstGeom prst="rect">
            <a:avLst/>
          </a:prstGeom>
          <a:solidFill>
            <a:srgbClr val="2B5B72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29" name="!!evs-129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0306050" y="5153025"/>
            <a:ext cx="457200" cy="457200"/>
          </a:xfrm>
          <a:prstGeom prst="rect">
            <a:avLst/>
          </a:prstGeom>
        </p:spPr>
      </p:pic>
      <p:sp>
        <p:nvSpPr>
          <p:cNvPr id="130" name="!!evs-130">
            <a:extLst>
              <a:ext uri="{FF2B5EF4-FFF2-40B4-BE49-F238E27FC236}">
                <a16:creationId xmlns:a16="http://schemas.microsoft.com/office/drawing/2014/main" id="{E8E9F661-E617-4926-85D5-358C9DBE1035}"/>
              </a:ext>
            </a:extLst>
          </p:cNvPr>
          <p:cNvSpPr>
            <a:spLocks noGrp="1"/>
          </p:cNvSpPr>
          <p:nvPr/>
        </p:nvSpPr>
        <p:spPr>
          <a:xfrm>
            <a:off x="9201150" y="56197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Resilient Operations</a:t>
            </a:r>
          </a:p>
        </p:txBody>
      </p:sp>
      <p:sp>
        <p:nvSpPr>
          <p:cNvPr id="131" name="!!evs-131">
            <a:extLst>
              <a:ext uri="{FF2B5EF4-FFF2-40B4-BE49-F238E27FC236}">
                <a16:creationId xmlns:a16="http://schemas.microsoft.com/office/drawing/2014/main" id="{89A151EF-6A0B-45E3-ADA5-1B8A82959147}"/>
              </a:ext>
            </a:extLst>
          </p:cNvPr>
          <p:cNvSpPr>
            <a:spLocks noGrp="1"/>
          </p:cNvSpPr>
          <p:nvPr/>
        </p:nvSpPr>
        <p:spPr>
          <a:xfrm>
            <a:off x="9201150" y="58864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READY FOR WHAT’S NEXT</a:t>
            </a:r>
          </a:p>
        </p:txBody>
      </p:sp>
      <p:sp>
        <p:nvSpPr>
          <p:cNvPr id="132" name="!!evs-132">
            <a:extLst>
              <a:ext uri="{FF2B5EF4-FFF2-40B4-BE49-F238E27FC236}">
                <a16:creationId xmlns:a16="http://schemas.microsoft.com/office/drawing/2014/main" id="{5CAF8EFF-349C-46F0-8F3B-56DD4A964C37}"/>
              </a:ext>
            </a:extLst>
          </p:cNvPr>
          <p:cNvSpPr>
            <a:spLocks noGrp="1"/>
          </p:cNvSpPr>
          <p:nvPr/>
        </p:nvSpPr>
        <p:spPr>
          <a:xfrm>
            <a:off x="3086100" y="6505575"/>
            <a:ext cx="2190750" cy="9525"/>
          </a:xfrm>
          <a:prstGeom prst="rect">
            <a:avLst/>
          </a:prstGeom>
          <a:solidFill>
            <a:srgbClr val="2B5B72">
              <a:alpha val="7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3" name="!!evs-133">
            <a:extLst>
              <a:ext uri="{FF2B5EF4-FFF2-40B4-BE49-F238E27FC236}">
                <a16:creationId xmlns:a16="http://schemas.microsoft.com/office/drawing/2014/main" id="{BAD64596-881E-42FC-BBE3-CB5D1E886C57}"/>
              </a:ext>
            </a:extLst>
          </p:cNvPr>
          <p:cNvSpPr>
            <a:spLocks noGrp="1"/>
          </p:cNvSpPr>
          <p:nvPr/>
        </p:nvSpPr>
        <p:spPr>
          <a:xfrm>
            <a:off x="6915150" y="6505575"/>
            <a:ext cx="2190750" cy="9525"/>
          </a:xfrm>
          <a:prstGeom prst="rect">
            <a:avLst/>
          </a:prstGeom>
          <a:solidFill>
            <a:srgbClr val="2B5B72">
              <a:alpha val="7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4" name="!!evs-134">
            <a:extLst>
              <a:ext uri="{FF2B5EF4-FFF2-40B4-BE49-F238E27FC236}">
                <a16:creationId xmlns:a16="http://schemas.microsoft.com/office/drawing/2014/main" id="{ECDCEAE9-BFE9-4934-94D2-0AFC42FB004C}"/>
              </a:ext>
            </a:extLst>
          </p:cNvPr>
          <p:cNvSpPr>
            <a:spLocks noGrp="1"/>
          </p:cNvSpPr>
          <p:nvPr/>
        </p:nvSpPr>
        <p:spPr>
          <a:xfrm>
            <a:off x="4905375" y="641985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NEWS MOVES THE WORLD FORWARD</a:t>
            </a:r>
          </a:p>
        </p:txBody>
      </p:sp>
      <p:sp>
        <p:nvSpPr>
          <p:cNvPr id="137" name="step-counter-3"/>
          <p:cNvSpPr txBox="1"/>
          <p:nvPr/>
        </p:nvSpPr>
        <p:spPr>
          <a:xfrm>
            <a:off x="10195560" y="1353312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58D9FF"/>
                </a:solidFill>
                <a:latin typeface="Aptos"/>
              </a:rPr>
              <a:t>STEP 3 OF 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!!evs-135"/>
          <p:cNvPicPr>
            <a:picLocks noChangeAspect="1"/>
          </p:cNvPicPr>
          <p:nvPr/>
        </p:nvPicPr>
        <p:blipFill>
          <a:blip r:embed="rId2"/>
          <a:srcRect l="11378" r="11378"/>
          <a:stretch>
            <a:fillRect/>
          </a:stretch>
        </p:blipFill>
        <p:spPr>
          <a:xfrm>
            <a:off x="6503670" y="0"/>
            <a:ext cx="5619750" cy="2047875"/>
          </a:xfrm>
          <a:prstGeom prst="rect">
            <a:avLst/>
          </a:prstGeom>
        </p:spPr>
      </p:pic>
      <p:sp>
        <p:nvSpPr>
          <p:cNvPr id="2" name="!!evs-2">
            <a:extLst>
              <a:ext uri="{FF2B5EF4-FFF2-40B4-BE49-F238E27FC236}">
                <a16:creationId xmlns:a16="http://schemas.microsoft.com/office/drawing/2014/main" id="{65AA2FAD-F874-401C-9C8D-5F7779ED37B5}"/>
              </a:ext>
            </a:extLst>
          </p:cNvPr>
          <p:cNvSpPr>
            <a:spLocks noGrp="1"/>
          </p:cNvSpPr>
          <p:nvPr/>
        </p:nvSpPr>
        <p:spPr>
          <a:xfrm>
            <a:off x="6191250" y="0"/>
            <a:ext cx="6000750" cy="2047875"/>
          </a:xfrm>
          <a:prstGeom prst="rect">
            <a:avLst/>
          </a:prstGeom>
          <a:gradFill>
            <a:gsLst>
              <a:gs pos="0">
                <a:srgbClr val="041522"/>
              </a:gs>
              <a:gs pos="45000">
                <a:srgbClr val="041522">
                  <a:alpha val="55000"/>
                </a:srgbClr>
              </a:gs>
              <a:gs pos="100000">
                <a:srgbClr val="041522">
                  <a:alpha val="18000"/>
                </a:srgbClr>
              </a:gs>
            </a:gsLst>
            <a:lin ang="5400000"/>
          </a:gra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!!evs-3">
            <a:extLst>
              <a:ext uri="{FF2B5EF4-FFF2-40B4-BE49-F238E27FC236}">
                <a16:creationId xmlns:a16="http://schemas.microsoft.com/office/drawing/2014/main" id="{DCB508B3-F20E-4CC4-AAD6-79CCC10F0778}"/>
              </a:ext>
            </a:extLst>
          </p:cNvPr>
          <p:cNvSpPr>
            <a:spLocks noGrp="1"/>
          </p:cNvSpPr>
          <p:nvPr/>
        </p:nvSpPr>
        <p:spPr>
          <a:xfrm>
            <a:off x="0" y="1619250"/>
            <a:ext cx="12192000" cy="428625"/>
          </a:xfrm>
          <a:prstGeom prst="rect">
            <a:avLst/>
          </a:prstGeom>
          <a:gradFill>
            <a:gsLst>
              <a:gs pos="0">
                <a:srgbClr val="041522">
                  <a:alpha val="0"/>
                </a:srgbClr>
              </a:gs>
              <a:gs pos="100000">
                <a:srgbClr val="041522"/>
              </a:gs>
            </a:gsLst>
            <a:lin ang="10800000"/>
          </a:gra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!!evs-4">
            <a:extLst>
              <a:ext uri="{FF2B5EF4-FFF2-40B4-BE49-F238E27FC236}">
                <a16:creationId xmlns:a16="http://schemas.microsoft.com/office/drawing/2014/main" id="{8DCFB74B-CC14-4044-8161-213547198D0A}"/>
              </a:ext>
            </a:extLst>
          </p:cNvPr>
          <p:cNvSpPr>
            <a:spLocks noGrp="1"/>
          </p:cNvSpPr>
          <p:nvPr/>
        </p:nvSpPr>
        <p:spPr>
          <a:xfrm>
            <a:off x="0" y="99060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!!evs-5">
            <a:extLst>
              <a:ext uri="{FF2B5EF4-FFF2-40B4-BE49-F238E27FC236}">
                <a16:creationId xmlns:a16="http://schemas.microsoft.com/office/drawing/2014/main" id="{7E8198F1-3843-43A7-BCE8-F8F2073DC915}"/>
              </a:ext>
            </a:extLst>
          </p:cNvPr>
          <p:cNvSpPr>
            <a:spLocks noGrp="1"/>
          </p:cNvSpPr>
          <p:nvPr/>
        </p:nvSpPr>
        <p:spPr>
          <a:xfrm>
            <a:off x="0" y="150495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!!evs-6">
            <a:extLst>
              <a:ext uri="{FF2B5EF4-FFF2-40B4-BE49-F238E27FC236}">
                <a16:creationId xmlns:a16="http://schemas.microsoft.com/office/drawing/2014/main" id="{A1E0B327-8F29-4250-A479-1E49B3F5C7CD}"/>
              </a:ext>
            </a:extLst>
          </p:cNvPr>
          <p:cNvSpPr>
            <a:spLocks noGrp="1"/>
          </p:cNvSpPr>
          <p:nvPr/>
        </p:nvSpPr>
        <p:spPr>
          <a:xfrm>
            <a:off x="0" y="201930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!!evs-7">
            <a:extLst>
              <a:ext uri="{FF2B5EF4-FFF2-40B4-BE49-F238E27FC236}">
                <a16:creationId xmlns:a16="http://schemas.microsoft.com/office/drawing/2014/main" id="{D0FC1A78-221C-4601-90E7-C3B73C809096}"/>
              </a:ext>
            </a:extLst>
          </p:cNvPr>
          <p:cNvSpPr>
            <a:spLocks noGrp="1"/>
          </p:cNvSpPr>
          <p:nvPr/>
        </p:nvSpPr>
        <p:spPr>
          <a:xfrm>
            <a:off x="0" y="253365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!!evs-8">
            <a:extLst>
              <a:ext uri="{FF2B5EF4-FFF2-40B4-BE49-F238E27FC236}">
                <a16:creationId xmlns:a16="http://schemas.microsoft.com/office/drawing/2014/main" id="{4B33D8A2-9D26-4E55-A570-0F0BC0754B6B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!!evs-9">
            <a:extLst>
              <a:ext uri="{FF2B5EF4-FFF2-40B4-BE49-F238E27FC236}">
                <a16:creationId xmlns:a16="http://schemas.microsoft.com/office/drawing/2014/main" id="{2EC7CE67-00F2-48E8-A65E-C69A15101E97}"/>
              </a:ext>
            </a:extLst>
          </p:cNvPr>
          <p:cNvSpPr>
            <a:spLocks noGrp="1"/>
          </p:cNvSpPr>
          <p:nvPr/>
        </p:nvSpPr>
        <p:spPr>
          <a:xfrm>
            <a:off x="0" y="356235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!!evs-10">
            <a:extLst>
              <a:ext uri="{FF2B5EF4-FFF2-40B4-BE49-F238E27FC236}">
                <a16:creationId xmlns:a16="http://schemas.microsoft.com/office/drawing/2014/main" id="{7C91D761-4D50-487E-9703-E014C41E06E0}"/>
              </a:ext>
            </a:extLst>
          </p:cNvPr>
          <p:cNvSpPr>
            <a:spLocks noGrp="1"/>
          </p:cNvSpPr>
          <p:nvPr/>
        </p:nvSpPr>
        <p:spPr>
          <a:xfrm>
            <a:off x="0" y="407670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!!evs-11">
            <a:extLst>
              <a:ext uri="{FF2B5EF4-FFF2-40B4-BE49-F238E27FC236}">
                <a16:creationId xmlns:a16="http://schemas.microsoft.com/office/drawing/2014/main" id="{564498BE-5805-420B-B967-58F84CB92607}"/>
              </a:ext>
            </a:extLst>
          </p:cNvPr>
          <p:cNvSpPr>
            <a:spLocks noGrp="1"/>
          </p:cNvSpPr>
          <p:nvPr/>
        </p:nvSpPr>
        <p:spPr>
          <a:xfrm>
            <a:off x="0" y="459105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!!evs-12">
            <a:extLst>
              <a:ext uri="{FF2B5EF4-FFF2-40B4-BE49-F238E27FC236}">
                <a16:creationId xmlns:a16="http://schemas.microsoft.com/office/drawing/2014/main" id="{2A710823-211A-4B95-85D7-82595CAE2E89}"/>
              </a:ext>
            </a:extLst>
          </p:cNvPr>
          <p:cNvSpPr>
            <a:spLocks noGrp="1"/>
          </p:cNvSpPr>
          <p:nvPr/>
        </p:nvSpPr>
        <p:spPr>
          <a:xfrm>
            <a:off x="0" y="510540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!!evs-13">
            <a:extLst>
              <a:ext uri="{FF2B5EF4-FFF2-40B4-BE49-F238E27FC236}">
                <a16:creationId xmlns:a16="http://schemas.microsoft.com/office/drawing/2014/main" id="{3F848A76-9C53-42A4-9B8B-626A933C42A5}"/>
              </a:ext>
            </a:extLst>
          </p:cNvPr>
          <p:cNvSpPr>
            <a:spLocks noGrp="1"/>
          </p:cNvSpPr>
          <p:nvPr/>
        </p:nvSpPr>
        <p:spPr>
          <a:xfrm>
            <a:off x="0" y="561975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!!evs-14">
            <a:extLst>
              <a:ext uri="{FF2B5EF4-FFF2-40B4-BE49-F238E27FC236}">
                <a16:creationId xmlns:a16="http://schemas.microsoft.com/office/drawing/2014/main" id="{57EC29ED-5B71-4A91-835D-1606E4E25A72}"/>
              </a:ext>
            </a:extLst>
          </p:cNvPr>
          <p:cNvSpPr>
            <a:spLocks noGrp="1"/>
          </p:cNvSpPr>
          <p:nvPr/>
        </p:nvSpPr>
        <p:spPr>
          <a:xfrm>
            <a:off x="0" y="613410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!!evs-15">
            <a:extLst>
              <a:ext uri="{FF2B5EF4-FFF2-40B4-BE49-F238E27FC236}">
                <a16:creationId xmlns:a16="http://schemas.microsoft.com/office/drawing/2014/main" id="{73D99984-4B08-484D-8B34-FBD6CB389A53}"/>
              </a:ext>
            </a:extLst>
          </p:cNvPr>
          <p:cNvSpPr>
            <a:spLocks noGrp="1"/>
          </p:cNvSpPr>
          <p:nvPr/>
        </p:nvSpPr>
        <p:spPr>
          <a:xfrm>
            <a:off x="0" y="664845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!!evs-16">
            <a:extLst>
              <a:ext uri="{FF2B5EF4-FFF2-40B4-BE49-F238E27FC236}">
                <a16:creationId xmlns:a16="http://schemas.microsoft.com/office/drawing/2014/main" id="{B1DBF21B-E134-4910-A3E3-161A14979D23}"/>
              </a:ext>
            </a:extLst>
          </p:cNvPr>
          <p:cNvSpPr>
            <a:spLocks noGrp="1"/>
          </p:cNvSpPr>
          <p:nvPr/>
        </p:nvSpPr>
        <p:spPr>
          <a:xfrm>
            <a:off x="381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!!evs-17">
            <a:extLst>
              <a:ext uri="{FF2B5EF4-FFF2-40B4-BE49-F238E27FC236}">
                <a16:creationId xmlns:a16="http://schemas.microsoft.com/office/drawing/2014/main" id="{74AAA4C7-3BD4-4041-91EF-DDD454CC56C0}"/>
              </a:ext>
            </a:extLst>
          </p:cNvPr>
          <p:cNvSpPr>
            <a:spLocks noGrp="1"/>
          </p:cNvSpPr>
          <p:nvPr/>
        </p:nvSpPr>
        <p:spPr>
          <a:xfrm>
            <a:off x="1524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!!evs-18">
            <a:extLst>
              <a:ext uri="{FF2B5EF4-FFF2-40B4-BE49-F238E27FC236}">
                <a16:creationId xmlns:a16="http://schemas.microsoft.com/office/drawing/2014/main" id="{AEC7E939-8A73-4913-957B-1DF992AD0CFD}"/>
              </a:ext>
            </a:extLst>
          </p:cNvPr>
          <p:cNvSpPr>
            <a:spLocks noGrp="1"/>
          </p:cNvSpPr>
          <p:nvPr/>
        </p:nvSpPr>
        <p:spPr>
          <a:xfrm>
            <a:off x="2667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!!evs-19">
            <a:extLst>
              <a:ext uri="{FF2B5EF4-FFF2-40B4-BE49-F238E27FC236}">
                <a16:creationId xmlns:a16="http://schemas.microsoft.com/office/drawing/2014/main" id="{D6455841-64B1-417D-ACEB-9D5AB88C8969}"/>
              </a:ext>
            </a:extLst>
          </p:cNvPr>
          <p:cNvSpPr>
            <a:spLocks noGrp="1"/>
          </p:cNvSpPr>
          <p:nvPr/>
        </p:nvSpPr>
        <p:spPr>
          <a:xfrm>
            <a:off x="3810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!!evs-20">
            <a:extLst>
              <a:ext uri="{FF2B5EF4-FFF2-40B4-BE49-F238E27FC236}">
                <a16:creationId xmlns:a16="http://schemas.microsoft.com/office/drawing/2014/main" id="{1C7F8E06-121B-4E2C-AE74-9055FA60C7C3}"/>
              </a:ext>
            </a:extLst>
          </p:cNvPr>
          <p:cNvSpPr>
            <a:spLocks noGrp="1"/>
          </p:cNvSpPr>
          <p:nvPr/>
        </p:nvSpPr>
        <p:spPr>
          <a:xfrm>
            <a:off x="4953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!!evs-21">
            <a:extLst>
              <a:ext uri="{FF2B5EF4-FFF2-40B4-BE49-F238E27FC236}">
                <a16:creationId xmlns:a16="http://schemas.microsoft.com/office/drawing/2014/main" id="{A5A1CD44-6CBA-40CE-9E96-F54D42247CFC}"/>
              </a:ext>
            </a:extLst>
          </p:cNvPr>
          <p:cNvSpPr>
            <a:spLocks noGrp="1"/>
          </p:cNvSpPr>
          <p:nvPr/>
        </p:nvSpPr>
        <p:spPr>
          <a:xfrm>
            <a:off x="6096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2" name="!!evs-22">
            <a:extLst>
              <a:ext uri="{FF2B5EF4-FFF2-40B4-BE49-F238E27FC236}">
                <a16:creationId xmlns:a16="http://schemas.microsoft.com/office/drawing/2014/main" id="{5EEB1559-F8BC-496C-9083-86BD64664481}"/>
              </a:ext>
            </a:extLst>
          </p:cNvPr>
          <p:cNvSpPr>
            <a:spLocks noGrp="1"/>
          </p:cNvSpPr>
          <p:nvPr/>
        </p:nvSpPr>
        <p:spPr>
          <a:xfrm>
            <a:off x="7239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!!evs-23">
            <a:extLst>
              <a:ext uri="{FF2B5EF4-FFF2-40B4-BE49-F238E27FC236}">
                <a16:creationId xmlns:a16="http://schemas.microsoft.com/office/drawing/2014/main" id="{BF687707-E3E7-4B60-BA56-18CEE5E86EC1}"/>
              </a:ext>
            </a:extLst>
          </p:cNvPr>
          <p:cNvSpPr>
            <a:spLocks noGrp="1"/>
          </p:cNvSpPr>
          <p:nvPr/>
        </p:nvSpPr>
        <p:spPr>
          <a:xfrm>
            <a:off x="8382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4" name="!!evs-24">
            <a:extLst>
              <a:ext uri="{FF2B5EF4-FFF2-40B4-BE49-F238E27FC236}">
                <a16:creationId xmlns:a16="http://schemas.microsoft.com/office/drawing/2014/main" id="{FD3F7184-CF14-4F52-A0CE-157D5D74C469}"/>
              </a:ext>
            </a:extLst>
          </p:cNvPr>
          <p:cNvSpPr>
            <a:spLocks noGrp="1"/>
          </p:cNvSpPr>
          <p:nvPr/>
        </p:nvSpPr>
        <p:spPr>
          <a:xfrm>
            <a:off x="9525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5" name="!!evs-25">
            <a:extLst>
              <a:ext uri="{FF2B5EF4-FFF2-40B4-BE49-F238E27FC236}">
                <a16:creationId xmlns:a16="http://schemas.microsoft.com/office/drawing/2014/main" id="{43C0FE55-58A4-4BAC-B16F-909BC9918A38}"/>
              </a:ext>
            </a:extLst>
          </p:cNvPr>
          <p:cNvSpPr>
            <a:spLocks noGrp="1"/>
          </p:cNvSpPr>
          <p:nvPr/>
        </p:nvSpPr>
        <p:spPr>
          <a:xfrm>
            <a:off x="10668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6" name="!!evs-26">
            <a:extLst>
              <a:ext uri="{FF2B5EF4-FFF2-40B4-BE49-F238E27FC236}">
                <a16:creationId xmlns:a16="http://schemas.microsoft.com/office/drawing/2014/main" id="{DCE67FEE-BDF7-4EF3-8DFF-97855923434C}"/>
              </a:ext>
            </a:extLst>
          </p:cNvPr>
          <p:cNvSpPr>
            <a:spLocks noGrp="1"/>
          </p:cNvSpPr>
          <p:nvPr/>
        </p:nvSpPr>
        <p:spPr>
          <a:xfrm>
            <a:off x="11811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7" name="!!evs-27">
            <a:extLst>
              <a:ext uri="{FF2B5EF4-FFF2-40B4-BE49-F238E27FC236}">
                <a16:creationId xmlns:a16="http://schemas.microsoft.com/office/drawing/2014/main" id="{164E6376-B027-414B-9F21-44464EE838D5}"/>
              </a:ext>
            </a:extLst>
          </p:cNvPr>
          <p:cNvSpPr>
            <a:spLocks noGrp="1"/>
          </p:cNvSpPr>
          <p:nvPr/>
        </p:nvSpPr>
        <p:spPr>
          <a:xfrm>
            <a:off x="457200" y="238125"/>
            <a:ext cx="685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949"/>
          </a:bodyPr>
          <a:lstStyle/>
          <a:p>
            <a:pPr algn="l">
              <a:lnSpc>
                <a:spcPct val="100000"/>
              </a:lnSpc>
              <a:buNone/>
              <a:defRPr sz="39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EVS MODERN NEWSROOM</a:t>
            </a:r>
          </a:p>
        </p:txBody>
      </p:sp>
      <p:sp>
        <p:nvSpPr>
          <p:cNvPr id="28" name="!!evs-28">
            <a:extLst>
              <a:ext uri="{FF2B5EF4-FFF2-40B4-BE49-F238E27FC236}">
                <a16:creationId xmlns:a16="http://schemas.microsoft.com/office/drawing/2014/main" id="{1494665C-9BCF-4FC8-B1E3-CF45AA54A1A3}"/>
              </a:ext>
            </a:extLst>
          </p:cNvPr>
          <p:cNvSpPr>
            <a:spLocks noGrp="1"/>
          </p:cNvSpPr>
          <p:nvPr/>
        </p:nvSpPr>
        <p:spPr>
          <a:xfrm>
            <a:off x="476250" y="781050"/>
            <a:ext cx="581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958" lnSpcReduction="10000"/>
          </a:bodyPr>
          <a:lstStyle/>
          <a:p>
            <a:pPr algn="l">
              <a:lnSpc>
                <a:spcPct val="100000"/>
              </a:lnSpc>
              <a:buNone/>
              <a:defRPr sz="2400" b="0">
                <a:solidFill>
                  <a:srgbClr val="C7D9E5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0">
                <a:solidFill>
                  <a:srgbClr val="C7D9E5"/>
                </a:solidFill>
                <a:latin typeface="Aptos Display"/>
                <a:ea typeface="Aptos Display"/>
                <a:cs typeface="Aptos Display"/>
              </a:rPr>
              <a:t>Breaking News to Every Screen</a:t>
            </a:r>
          </a:p>
        </p:txBody>
      </p:sp>
      <p:sp>
        <p:nvSpPr>
          <p:cNvPr id="29" name="!!evs-29">
            <a:extLst>
              <a:ext uri="{FF2B5EF4-FFF2-40B4-BE49-F238E27FC236}">
                <a16:creationId xmlns:a16="http://schemas.microsoft.com/office/drawing/2014/main" id="{990683BE-A8D8-4434-8377-E38D422B7696}"/>
              </a:ext>
            </a:extLst>
          </p:cNvPr>
          <p:cNvSpPr>
            <a:spLocks noGrp="1"/>
          </p:cNvSpPr>
          <p:nvPr/>
        </p:nvSpPr>
        <p:spPr>
          <a:xfrm>
            <a:off x="476250" y="1257300"/>
            <a:ext cx="514350" cy="38100"/>
          </a:xfrm>
          <a:prstGeom prst="rect">
            <a:avLst/>
          </a:prstGeom>
          <a:solidFill>
            <a:srgbClr val="58D9FF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0" name="!!evs-30">
            <a:extLst>
              <a:ext uri="{FF2B5EF4-FFF2-40B4-BE49-F238E27FC236}">
                <a16:creationId xmlns:a16="http://schemas.microsoft.com/office/drawing/2014/main" id="{16FC656B-833A-4FC1-ACDF-BCBF1EA63D98}"/>
              </a:ext>
            </a:extLst>
          </p:cNvPr>
          <p:cNvSpPr>
            <a:spLocks noGrp="1"/>
          </p:cNvSpPr>
          <p:nvPr/>
        </p:nvSpPr>
        <p:spPr>
          <a:xfrm>
            <a:off x="476250" y="1381125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CONNECT  •  CREATE  •  COLLABORATE  •  DELIVER  •  TOGETHER</a:t>
            </a:r>
          </a:p>
        </p:txBody>
      </p:sp>
      <p:sp>
        <p:nvSpPr>
          <p:cNvPr id="136" name="!!spotlight"/>
          <p:cNvSpPr/>
          <p:nvPr/>
        </p:nvSpPr>
        <p:spPr>
          <a:xfrm>
            <a:off x="4809363" y="1682496"/>
            <a:ext cx="1335024" cy="2157984"/>
          </a:xfrm>
          <a:prstGeom prst="rect">
            <a:avLst/>
          </a:prstGeom>
          <a:solidFill>
            <a:srgbClr val="073146">
              <a:alpha val="62000"/>
            </a:srgbClr>
          </a:solidFill>
          <a:ln w="15240">
            <a:solidFill>
              <a:srgbClr val="5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!!evs-31">
            <a:extLst>
              <a:ext uri="{FF2B5EF4-FFF2-40B4-BE49-F238E27FC236}">
                <a16:creationId xmlns:a16="http://schemas.microsoft.com/office/drawing/2014/main" id="{7558E714-D82A-452A-91C8-B01F564D17CD}"/>
              </a:ext>
            </a:extLst>
          </p:cNvPr>
          <p:cNvSpPr>
            <a:spLocks noGrp="1"/>
          </p:cNvSpPr>
          <p:nvPr/>
        </p:nvSpPr>
        <p:spPr>
          <a:xfrm>
            <a:off x="8572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2" name="!!evs-32">
            <a:extLst>
              <a:ext uri="{FF2B5EF4-FFF2-40B4-BE49-F238E27FC236}">
                <a16:creationId xmlns:a16="http://schemas.microsoft.com/office/drawing/2014/main" id="{5D1945B0-A154-4AED-9AE1-3F7EB970CEF9}"/>
              </a:ext>
            </a:extLst>
          </p:cNvPr>
          <p:cNvSpPr>
            <a:spLocks noGrp="1"/>
          </p:cNvSpPr>
          <p:nvPr/>
        </p:nvSpPr>
        <p:spPr>
          <a:xfrm>
            <a:off x="8572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pic>
        <p:nvPicPr>
          <p:cNvPr id="33" name="!!evs-33"/>
          <p:cNvPicPr>
            <a:picLocks noChangeAspect="1"/>
          </p:cNvPicPr>
          <p:nvPr/>
        </p:nvPicPr>
        <p:blipFill>
          <a:blip r:embed="rId3">
            <a:alphaModFix amt="38000"/>
          </a:blip>
          <a:stretch/>
        </p:blipFill>
        <p:spPr>
          <a:xfrm>
            <a:off x="828675" y="2266950"/>
            <a:ext cx="381000" cy="381000"/>
          </a:xfrm>
          <a:prstGeom prst="rect">
            <a:avLst/>
          </a:prstGeom>
        </p:spPr>
      </p:pic>
      <p:sp>
        <p:nvSpPr>
          <p:cNvPr id="34" name="!!evs-34">
            <a:extLst>
              <a:ext uri="{FF2B5EF4-FFF2-40B4-BE49-F238E27FC236}">
                <a16:creationId xmlns:a16="http://schemas.microsoft.com/office/drawing/2014/main" id="{BB7D28C4-885C-43E6-8DA1-6CD319B97023}"/>
              </a:ext>
            </a:extLst>
          </p:cNvPr>
          <p:cNvSpPr>
            <a:spLocks noGrp="1"/>
          </p:cNvSpPr>
          <p:nvPr/>
        </p:nvSpPr>
        <p:spPr>
          <a:xfrm>
            <a:off x="3429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ACQUIRE</a:t>
            </a:r>
          </a:p>
        </p:txBody>
      </p:sp>
      <p:sp>
        <p:nvSpPr>
          <p:cNvPr id="35" name="!!evs-35">
            <a:extLst>
              <a:ext uri="{FF2B5EF4-FFF2-40B4-BE49-F238E27FC236}">
                <a16:creationId xmlns:a16="http://schemas.microsoft.com/office/drawing/2014/main" id="{D54A1786-15F2-4BE5-BA52-FBDFCAB5B5CC}"/>
              </a:ext>
            </a:extLst>
          </p:cNvPr>
          <p:cNvSpPr>
            <a:spLocks noGrp="1"/>
          </p:cNvSpPr>
          <p:nvPr/>
        </p:nvSpPr>
        <p:spPr>
          <a:xfrm>
            <a:off x="3810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Agency + field feeds</a:t>
            </a:r>
          </a:p>
        </p:txBody>
      </p:sp>
      <p:sp>
        <p:nvSpPr>
          <p:cNvPr id="36" name="!!evs-36">
            <a:extLst>
              <a:ext uri="{FF2B5EF4-FFF2-40B4-BE49-F238E27FC236}">
                <a16:creationId xmlns:a16="http://schemas.microsoft.com/office/drawing/2014/main" id="{47BA7C1D-1FA0-41F0-AF82-CA573CA04DC8}"/>
              </a:ext>
            </a:extLst>
          </p:cNvPr>
          <p:cNvSpPr>
            <a:spLocks noGrp="1"/>
          </p:cNvSpPr>
          <p:nvPr/>
        </p:nvSpPr>
        <p:spPr>
          <a:xfrm>
            <a:off x="17430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7" name="!!evs-37">
            <a:extLst>
              <a:ext uri="{FF2B5EF4-FFF2-40B4-BE49-F238E27FC236}">
                <a16:creationId xmlns:a16="http://schemas.microsoft.com/office/drawing/2014/main" id="{1F8070E3-C562-4719-8608-C5DD3AF0CAE3}"/>
              </a:ext>
            </a:extLst>
          </p:cNvPr>
          <p:cNvSpPr>
            <a:spLocks noGrp="1"/>
          </p:cNvSpPr>
          <p:nvPr/>
        </p:nvSpPr>
        <p:spPr>
          <a:xfrm>
            <a:off x="16954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38" name="!!evs-38">
            <a:extLst>
              <a:ext uri="{FF2B5EF4-FFF2-40B4-BE49-F238E27FC236}">
                <a16:creationId xmlns:a16="http://schemas.microsoft.com/office/drawing/2014/main" id="{CA358604-4851-48BF-94D9-F84AEED215A2}"/>
              </a:ext>
            </a:extLst>
          </p:cNvPr>
          <p:cNvSpPr>
            <a:spLocks noGrp="1"/>
          </p:cNvSpPr>
          <p:nvPr/>
        </p:nvSpPr>
        <p:spPr>
          <a:xfrm>
            <a:off x="23431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9" name="!!evs-39">
            <a:extLst>
              <a:ext uri="{FF2B5EF4-FFF2-40B4-BE49-F238E27FC236}">
                <a16:creationId xmlns:a16="http://schemas.microsoft.com/office/drawing/2014/main" id="{8E66C420-89DB-47F8-A294-948B4DFAC178}"/>
              </a:ext>
            </a:extLst>
          </p:cNvPr>
          <p:cNvSpPr>
            <a:spLocks noGrp="1"/>
          </p:cNvSpPr>
          <p:nvPr/>
        </p:nvSpPr>
        <p:spPr>
          <a:xfrm>
            <a:off x="23431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pic>
        <p:nvPicPr>
          <p:cNvPr id="40" name="!!evs-40"/>
          <p:cNvPicPr>
            <a:picLocks noChangeAspect="1"/>
          </p:cNvPicPr>
          <p:nvPr/>
        </p:nvPicPr>
        <p:blipFill>
          <a:blip r:embed="rId4">
            <a:alphaModFix amt="38000"/>
          </a:blip>
          <a:stretch/>
        </p:blipFill>
        <p:spPr>
          <a:xfrm>
            <a:off x="2314575" y="2266950"/>
            <a:ext cx="381000" cy="381000"/>
          </a:xfrm>
          <a:prstGeom prst="rect">
            <a:avLst/>
          </a:prstGeom>
        </p:spPr>
      </p:pic>
      <p:sp>
        <p:nvSpPr>
          <p:cNvPr id="41" name="!!evs-41">
            <a:extLst>
              <a:ext uri="{FF2B5EF4-FFF2-40B4-BE49-F238E27FC236}">
                <a16:creationId xmlns:a16="http://schemas.microsoft.com/office/drawing/2014/main" id="{CCDDABA5-E0F5-4162-8E33-0130E1F1B460}"/>
              </a:ext>
            </a:extLst>
          </p:cNvPr>
          <p:cNvSpPr>
            <a:spLocks noGrp="1"/>
          </p:cNvSpPr>
          <p:nvPr/>
        </p:nvSpPr>
        <p:spPr>
          <a:xfrm>
            <a:off x="18288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MANAGE</a:t>
            </a:r>
          </a:p>
        </p:txBody>
      </p:sp>
      <p:sp>
        <p:nvSpPr>
          <p:cNvPr id="42" name="!!evs-42">
            <a:extLst>
              <a:ext uri="{FF2B5EF4-FFF2-40B4-BE49-F238E27FC236}">
                <a16:creationId xmlns:a16="http://schemas.microsoft.com/office/drawing/2014/main" id="{870CFA1D-8E04-4401-AAD3-2977807267A9}"/>
              </a:ext>
            </a:extLst>
          </p:cNvPr>
          <p:cNvSpPr>
            <a:spLocks noGrp="1"/>
          </p:cNvSpPr>
          <p:nvPr/>
        </p:nvSpPr>
        <p:spPr>
          <a:xfrm>
            <a:off x="18669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IDs • rights • verification</a:t>
            </a:r>
          </a:p>
        </p:txBody>
      </p:sp>
      <p:sp>
        <p:nvSpPr>
          <p:cNvPr id="43" name="!!evs-43">
            <a:extLst>
              <a:ext uri="{FF2B5EF4-FFF2-40B4-BE49-F238E27FC236}">
                <a16:creationId xmlns:a16="http://schemas.microsoft.com/office/drawing/2014/main" id="{ECF519D7-737B-40C4-8C19-2425DC183974}"/>
              </a:ext>
            </a:extLst>
          </p:cNvPr>
          <p:cNvSpPr>
            <a:spLocks noGrp="1"/>
          </p:cNvSpPr>
          <p:nvPr/>
        </p:nvSpPr>
        <p:spPr>
          <a:xfrm>
            <a:off x="32289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4" name="!!evs-44">
            <a:extLst>
              <a:ext uri="{FF2B5EF4-FFF2-40B4-BE49-F238E27FC236}">
                <a16:creationId xmlns:a16="http://schemas.microsoft.com/office/drawing/2014/main" id="{1FF76AD1-C273-445C-8113-9B176818EC9B}"/>
              </a:ext>
            </a:extLst>
          </p:cNvPr>
          <p:cNvSpPr>
            <a:spLocks noGrp="1"/>
          </p:cNvSpPr>
          <p:nvPr/>
        </p:nvSpPr>
        <p:spPr>
          <a:xfrm>
            <a:off x="31813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45" name="!!evs-45">
            <a:extLst>
              <a:ext uri="{FF2B5EF4-FFF2-40B4-BE49-F238E27FC236}">
                <a16:creationId xmlns:a16="http://schemas.microsoft.com/office/drawing/2014/main" id="{FF8E7A6C-95C8-4FC6-B3D7-D6EB10C059E4}"/>
              </a:ext>
            </a:extLst>
          </p:cNvPr>
          <p:cNvSpPr>
            <a:spLocks noGrp="1"/>
          </p:cNvSpPr>
          <p:nvPr/>
        </p:nvSpPr>
        <p:spPr>
          <a:xfrm>
            <a:off x="38290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6" name="!!evs-46">
            <a:extLst>
              <a:ext uri="{FF2B5EF4-FFF2-40B4-BE49-F238E27FC236}">
                <a16:creationId xmlns:a16="http://schemas.microsoft.com/office/drawing/2014/main" id="{14B92156-D60C-4970-86D9-C0A039AD03EA}"/>
              </a:ext>
            </a:extLst>
          </p:cNvPr>
          <p:cNvSpPr>
            <a:spLocks noGrp="1"/>
          </p:cNvSpPr>
          <p:nvPr/>
        </p:nvSpPr>
        <p:spPr>
          <a:xfrm>
            <a:off x="38290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pic>
        <p:nvPicPr>
          <p:cNvPr id="47" name="!!evs-47"/>
          <p:cNvPicPr>
            <a:picLocks noChangeAspect="1"/>
          </p:cNvPicPr>
          <p:nvPr/>
        </p:nvPicPr>
        <p:blipFill>
          <a:blip r:embed="rId5">
            <a:alphaModFix amt="38000"/>
          </a:blip>
          <a:stretch/>
        </p:blipFill>
        <p:spPr>
          <a:xfrm>
            <a:off x="3800475" y="2266950"/>
            <a:ext cx="381000" cy="381000"/>
          </a:xfrm>
          <a:prstGeom prst="rect">
            <a:avLst/>
          </a:prstGeom>
        </p:spPr>
      </p:pic>
      <p:sp>
        <p:nvSpPr>
          <p:cNvPr id="48" name="!!evs-48">
            <a:extLst>
              <a:ext uri="{FF2B5EF4-FFF2-40B4-BE49-F238E27FC236}">
                <a16:creationId xmlns:a16="http://schemas.microsoft.com/office/drawing/2014/main" id="{D970A5C3-2204-4DB5-81BC-602A5D54C700}"/>
              </a:ext>
            </a:extLst>
          </p:cNvPr>
          <p:cNvSpPr>
            <a:spLocks noGrp="1"/>
          </p:cNvSpPr>
          <p:nvPr/>
        </p:nvSpPr>
        <p:spPr>
          <a:xfrm>
            <a:off x="33147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DISCOVER</a:t>
            </a:r>
          </a:p>
        </p:txBody>
      </p:sp>
      <p:sp>
        <p:nvSpPr>
          <p:cNvPr id="49" name="!!evs-49">
            <a:extLst>
              <a:ext uri="{FF2B5EF4-FFF2-40B4-BE49-F238E27FC236}">
                <a16:creationId xmlns:a16="http://schemas.microsoft.com/office/drawing/2014/main" id="{74CA5162-9CC4-4954-9EAB-A1BF05A4755E}"/>
              </a:ext>
            </a:extLst>
          </p:cNvPr>
          <p:cNvSpPr>
            <a:spLocks noGrp="1"/>
          </p:cNvSpPr>
          <p:nvPr/>
        </p:nvSpPr>
        <p:spPr>
          <a:xfrm>
            <a:off x="33528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681"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Browse • search • archive</a:t>
            </a:r>
          </a:p>
        </p:txBody>
      </p:sp>
      <p:sp>
        <p:nvSpPr>
          <p:cNvPr id="50" name="!!evs-50">
            <a:extLst>
              <a:ext uri="{FF2B5EF4-FFF2-40B4-BE49-F238E27FC236}">
                <a16:creationId xmlns:a16="http://schemas.microsoft.com/office/drawing/2014/main" id="{354E84AC-3A46-40B3-B616-71EE602F7BE4}"/>
              </a:ext>
            </a:extLst>
          </p:cNvPr>
          <p:cNvSpPr>
            <a:spLocks noGrp="1"/>
          </p:cNvSpPr>
          <p:nvPr/>
        </p:nvSpPr>
        <p:spPr>
          <a:xfrm>
            <a:off x="47148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1" name="!!evs-51">
            <a:extLst>
              <a:ext uri="{FF2B5EF4-FFF2-40B4-BE49-F238E27FC236}">
                <a16:creationId xmlns:a16="http://schemas.microsoft.com/office/drawing/2014/main" id="{BD78408E-8202-42F3-8A3B-0459F6167A64}"/>
              </a:ext>
            </a:extLst>
          </p:cNvPr>
          <p:cNvSpPr>
            <a:spLocks noGrp="1"/>
          </p:cNvSpPr>
          <p:nvPr/>
        </p:nvSpPr>
        <p:spPr>
          <a:xfrm>
            <a:off x="46672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52" name="!!evs-52">
            <a:extLst>
              <a:ext uri="{FF2B5EF4-FFF2-40B4-BE49-F238E27FC236}">
                <a16:creationId xmlns:a16="http://schemas.microsoft.com/office/drawing/2014/main" id="{560FA54A-32F6-4287-A880-738AE8C1A8DF}"/>
              </a:ext>
            </a:extLst>
          </p:cNvPr>
          <p:cNvSpPr>
            <a:spLocks noGrp="1"/>
          </p:cNvSpPr>
          <p:nvPr/>
        </p:nvSpPr>
        <p:spPr>
          <a:xfrm>
            <a:off x="5263134" y="1846034"/>
            <a:ext cx="427482" cy="427482"/>
          </a:xfrm>
          <a:prstGeom prst="ellipse">
            <a:avLst/>
          </a:prstGeom>
          <a:solidFill>
            <a:srgbClr val="041522"/>
          </a:solidFill>
          <a:ln w="33020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3" name="!!evs-53">
            <a:extLst>
              <a:ext uri="{FF2B5EF4-FFF2-40B4-BE49-F238E27FC236}">
                <a16:creationId xmlns:a16="http://schemas.microsoft.com/office/drawing/2014/main" id="{15EBE860-92BD-46AB-AC79-3CE674E79315}"/>
              </a:ext>
            </a:extLst>
          </p:cNvPr>
          <p:cNvSpPr>
            <a:spLocks noGrp="1"/>
          </p:cNvSpPr>
          <p:nvPr/>
        </p:nvSpPr>
        <p:spPr>
          <a:xfrm>
            <a:off x="5263134" y="1860131"/>
            <a:ext cx="427482" cy="3897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pic>
        <p:nvPicPr>
          <p:cNvPr id="54" name="!!evs-54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219700" y="2270275"/>
            <a:ext cx="514350" cy="514350"/>
          </a:xfrm>
          <a:prstGeom prst="rect">
            <a:avLst/>
          </a:prstGeom>
        </p:spPr>
      </p:pic>
      <p:sp>
        <p:nvSpPr>
          <p:cNvPr id="55" name="!!evs-55">
            <a:extLst>
              <a:ext uri="{FF2B5EF4-FFF2-40B4-BE49-F238E27FC236}">
                <a16:creationId xmlns:a16="http://schemas.microsoft.com/office/drawing/2014/main" id="{BAC3CF60-05BB-4CDE-A37D-749093B76809}"/>
              </a:ext>
            </a:extLst>
          </p:cNvPr>
          <p:cNvSpPr>
            <a:spLocks noGrp="1"/>
          </p:cNvSpPr>
          <p:nvPr/>
        </p:nvSpPr>
        <p:spPr>
          <a:xfrm>
            <a:off x="48006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CREATE</a:t>
            </a:r>
          </a:p>
        </p:txBody>
      </p:sp>
      <p:sp>
        <p:nvSpPr>
          <p:cNvPr id="56" name="!!evs-56">
            <a:extLst>
              <a:ext uri="{FF2B5EF4-FFF2-40B4-BE49-F238E27FC236}">
                <a16:creationId xmlns:a16="http://schemas.microsoft.com/office/drawing/2014/main" id="{5F06D6D3-C72D-4A46-A5FD-72B86FE37B3D}"/>
              </a:ext>
            </a:extLst>
          </p:cNvPr>
          <p:cNvSpPr>
            <a:spLocks noGrp="1"/>
          </p:cNvSpPr>
          <p:nvPr/>
        </p:nvSpPr>
        <p:spPr>
          <a:xfrm>
            <a:off x="48387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DDF5FF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DDF5FF"/>
                </a:solidFill>
                <a:latin typeface="Aptos"/>
                <a:ea typeface="Aptos"/>
                <a:cs typeface="Aptos"/>
              </a:rPr>
              <a:t>Fast-turn clips + edits</a:t>
            </a:r>
          </a:p>
        </p:txBody>
      </p:sp>
      <p:sp>
        <p:nvSpPr>
          <p:cNvPr id="57" name="!!evs-57">
            <a:extLst>
              <a:ext uri="{FF2B5EF4-FFF2-40B4-BE49-F238E27FC236}">
                <a16:creationId xmlns:a16="http://schemas.microsoft.com/office/drawing/2014/main" id="{10883198-CAF9-4058-8B32-EE9A2975D160}"/>
              </a:ext>
            </a:extLst>
          </p:cNvPr>
          <p:cNvSpPr>
            <a:spLocks noGrp="1"/>
          </p:cNvSpPr>
          <p:nvPr/>
        </p:nvSpPr>
        <p:spPr>
          <a:xfrm>
            <a:off x="62007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8" name="!!evs-58">
            <a:extLst>
              <a:ext uri="{FF2B5EF4-FFF2-40B4-BE49-F238E27FC236}">
                <a16:creationId xmlns:a16="http://schemas.microsoft.com/office/drawing/2014/main" id="{F91C721F-9EC8-4350-881C-ECD94A1460E9}"/>
              </a:ext>
            </a:extLst>
          </p:cNvPr>
          <p:cNvSpPr>
            <a:spLocks noGrp="1"/>
          </p:cNvSpPr>
          <p:nvPr/>
        </p:nvSpPr>
        <p:spPr>
          <a:xfrm>
            <a:off x="61531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59" name="!!evs-59">
            <a:extLst>
              <a:ext uri="{FF2B5EF4-FFF2-40B4-BE49-F238E27FC236}">
                <a16:creationId xmlns:a16="http://schemas.microsoft.com/office/drawing/2014/main" id="{0BD1D863-CD98-4BC4-83F2-5D8604CD4EF7}"/>
              </a:ext>
            </a:extLst>
          </p:cNvPr>
          <p:cNvSpPr>
            <a:spLocks noGrp="1"/>
          </p:cNvSpPr>
          <p:nvPr/>
        </p:nvSpPr>
        <p:spPr>
          <a:xfrm>
            <a:off x="68008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0" name="!!evs-60">
            <a:extLst>
              <a:ext uri="{FF2B5EF4-FFF2-40B4-BE49-F238E27FC236}">
                <a16:creationId xmlns:a16="http://schemas.microsoft.com/office/drawing/2014/main" id="{8A7CD8CF-D055-474C-B37B-73881EDCF42D}"/>
              </a:ext>
            </a:extLst>
          </p:cNvPr>
          <p:cNvSpPr>
            <a:spLocks noGrp="1"/>
          </p:cNvSpPr>
          <p:nvPr/>
        </p:nvSpPr>
        <p:spPr>
          <a:xfrm>
            <a:off x="68008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pic>
        <p:nvPicPr>
          <p:cNvPr id="61" name="!!evs-61"/>
          <p:cNvPicPr>
            <a:picLocks noChangeAspect="1"/>
          </p:cNvPicPr>
          <p:nvPr/>
        </p:nvPicPr>
        <p:blipFill>
          <a:blip r:embed="rId7">
            <a:alphaModFix amt="38000"/>
          </a:blip>
          <a:stretch/>
        </p:blipFill>
        <p:spPr>
          <a:xfrm>
            <a:off x="6772275" y="2266950"/>
            <a:ext cx="381000" cy="381000"/>
          </a:xfrm>
          <a:prstGeom prst="rect">
            <a:avLst/>
          </a:prstGeom>
        </p:spPr>
      </p:pic>
      <p:sp>
        <p:nvSpPr>
          <p:cNvPr id="62" name="!!evs-62">
            <a:extLst>
              <a:ext uri="{FF2B5EF4-FFF2-40B4-BE49-F238E27FC236}">
                <a16:creationId xmlns:a16="http://schemas.microsoft.com/office/drawing/2014/main" id="{8F2525E9-80A5-49BF-AD21-471BDAA4739A}"/>
              </a:ext>
            </a:extLst>
          </p:cNvPr>
          <p:cNvSpPr>
            <a:spLocks noGrp="1"/>
          </p:cNvSpPr>
          <p:nvPr/>
        </p:nvSpPr>
        <p:spPr>
          <a:xfrm>
            <a:off x="62865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97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COLLABORATE</a:t>
            </a:r>
          </a:p>
        </p:txBody>
      </p:sp>
      <p:sp>
        <p:nvSpPr>
          <p:cNvPr id="63" name="!!evs-63">
            <a:extLst>
              <a:ext uri="{FF2B5EF4-FFF2-40B4-BE49-F238E27FC236}">
                <a16:creationId xmlns:a16="http://schemas.microsoft.com/office/drawing/2014/main" id="{E36A47E3-2F58-4AD8-8713-172646A72155}"/>
              </a:ext>
            </a:extLst>
          </p:cNvPr>
          <p:cNvSpPr>
            <a:spLocks noGrp="1"/>
          </p:cNvSpPr>
          <p:nvPr/>
        </p:nvSpPr>
        <p:spPr>
          <a:xfrm>
            <a:off x="63246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681"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Rundown • approvals • status</a:t>
            </a:r>
          </a:p>
        </p:txBody>
      </p:sp>
      <p:sp>
        <p:nvSpPr>
          <p:cNvPr id="64" name="!!evs-64">
            <a:extLst>
              <a:ext uri="{FF2B5EF4-FFF2-40B4-BE49-F238E27FC236}">
                <a16:creationId xmlns:a16="http://schemas.microsoft.com/office/drawing/2014/main" id="{AEF3FC3D-94E7-4D10-9647-5041BEFD47D1}"/>
              </a:ext>
            </a:extLst>
          </p:cNvPr>
          <p:cNvSpPr>
            <a:spLocks noGrp="1"/>
          </p:cNvSpPr>
          <p:nvPr/>
        </p:nvSpPr>
        <p:spPr>
          <a:xfrm>
            <a:off x="76866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5" name="!!evs-65">
            <a:extLst>
              <a:ext uri="{FF2B5EF4-FFF2-40B4-BE49-F238E27FC236}">
                <a16:creationId xmlns:a16="http://schemas.microsoft.com/office/drawing/2014/main" id="{B886F13F-5C88-4943-A01B-C6A67FA3E5F4}"/>
              </a:ext>
            </a:extLst>
          </p:cNvPr>
          <p:cNvSpPr>
            <a:spLocks noGrp="1"/>
          </p:cNvSpPr>
          <p:nvPr/>
        </p:nvSpPr>
        <p:spPr>
          <a:xfrm>
            <a:off x="76390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66" name="!!evs-66">
            <a:extLst>
              <a:ext uri="{FF2B5EF4-FFF2-40B4-BE49-F238E27FC236}">
                <a16:creationId xmlns:a16="http://schemas.microsoft.com/office/drawing/2014/main" id="{087824FA-B3D0-4C31-BB76-3C723980F095}"/>
              </a:ext>
            </a:extLst>
          </p:cNvPr>
          <p:cNvSpPr>
            <a:spLocks noGrp="1"/>
          </p:cNvSpPr>
          <p:nvPr/>
        </p:nvSpPr>
        <p:spPr>
          <a:xfrm>
            <a:off x="82867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7" name="!!evs-67">
            <a:extLst>
              <a:ext uri="{FF2B5EF4-FFF2-40B4-BE49-F238E27FC236}">
                <a16:creationId xmlns:a16="http://schemas.microsoft.com/office/drawing/2014/main" id="{C41E1F2F-B7AD-4175-897D-1FF8060706E5}"/>
              </a:ext>
            </a:extLst>
          </p:cNvPr>
          <p:cNvSpPr>
            <a:spLocks noGrp="1"/>
          </p:cNvSpPr>
          <p:nvPr/>
        </p:nvSpPr>
        <p:spPr>
          <a:xfrm>
            <a:off x="82867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pic>
        <p:nvPicPr>
          <p:cNvPr id="68" name="!!evs-68"/>
          <p:cNvPicPr>
            <a:picLocks noChangeAspect="1"/>
          </p:cNvPicPr>
          <p:nvPr/>
        </p:nvPicPr>
        <p:blipFill>
          <a:blip r:embed="rId8">
            <a:alphaModFix amt="38000"/>
          </a:blip>
          <a:stretch/>
        </p:blipFill>
        <p:spPr>
          <a:xfrm>
            <a:off x="8258175" y="2266950"/>
            <a:ext cx="381000" cy="381000"/>
          </a:xfrm>
          <a:prstGeom prst="rect">
            <a:avLst/>
          </a:prstGeom>
        </p:spPr>
      </p:pic>
      <p:sp>
        <p:nvSpPr>
          <p:cNvPr id="69" name="!!evs-69">
            <a:extLst>
              <a:ext uri="{FF2B5EF4-FFF2-40B4-BE49-F238E27FC236}">
                <a16:creationId xmlns:a16="http://schemas.microsoft.com/office/drawing/2014/main" id="{99F95D8A-DAD1-47EE-BF12-8962197F2B3E}"/>
              </a:ext>
            </a:extLst>
          </p:cNvPr>
          <p:cNvSpPr>
            <a:spLocks noGrp="1"/>
          </p:cNvSpPr>
          <p:nvPr/>
        </p:nvSpPr>
        <p:spPr>
          <a:xfrm>
            <a:off x="77724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ENRICH</a:t>
            </a:r>
          </a:p>
        </p:txBody>
      </p:sp>
      <p:sp>
        <p:nvSpPr>
          <p:cNvPr id="70" name="!!evs-70">
            <a:extLst>
              <a:ext uri="{FF2B5EF4-FFF2-40B4-BE49-F238E27FC236}">
                <a16:creationId xmlns:a16="http://schemas.microsoft.com/office/drawing/2014/main" id="{CA89AC6B-410B-441E-8561-D0511D7AC054}"/>
              </a:ext>
            </a:extLst>
          </p:cNvPr>
          <p:cNvSpPr>
            <a:spLocks noGrp="1"/>
          </p:cNvSpPr>
          <p:nvPr/>
        </p:nvSpPr>
        <p:spPr>
          <a:xfrm>
            <a:off x="78105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681"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Graphics • captions • automation</a:t>
            </a:r>
          </a:p>
        </p:txBody>
      </p:sp>
      <p:sp>
        <p:nvSpPr>
          <p:cNvPr id="71" name="!!evs-71">
            <a:extLst>
              <a:ext uri="{FF2B5EF4-FFF2-40B4-BE49-F238E27FC236}">
                <a16:creationId xmlns:a16="http://schemas.microsoft.com/office/drawing/2014/main" id="{3969CE09-7356-4DD9-99A1-9CC15041CE1A}"/>
              </a:ext>
            </a:extLst>
          </p:cNvPr>
          <p:cNvSpPr>
            <a:spLocks noGrp="1"/>
          </p:cNvSpPr>
          <p:nvPr/>
        </p:nvSpPr>
        <p:spPr>
          <a:xfrm>
            <a:off x="91725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2" name="!!evs-72">
            <a:extLst>
              <a:ext uri="{FF2B5EF4-FFF2-40B4-BE49-F238E27FC236}">
                <a16:creationId xmlns:a16="http://schemas.microsoft.com/office/drawing/2014/main" id="{1F0A3DDF-1FE6-4C42-8E83-C5778A02ADCB}"/>
              </a:ext>
            </a:extLst>
          </p:cNvPr>
          <p:cNvSpPr>
            <a:spLocks noGrp="1"/>
          </p:cNvSpPr>
          <p:nvPr/>
        </p:nvSpPr>
        <p:spPr>
          <a:xfrm>
            <a:off x="91249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73" name="!!evs-73">
            <a:extLst>
              <a:ext uri="{FF2B5EF4-FFF2-40B4-BE49-F238E27FC236}">
                <a16:creationId xmlns:a16="http://schemas.microsoft.com/office/drawing/2014/main" id="{E3A13548-8DEC-4242-A4C4-807BC8AA539D}"/>
              </a:ext>
            </a:extLst>
          </p:cNvPr>
          <p:cNvSpPr>
            <a:spLocks noGrp="1"/>
          </p:cNvSpPr>
          <p:nvPr/>
        </p:nvSpPr>
        <p:spPr>
          <a:xfrm>
            <a:off x="97726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4" name="!!evs-74">
            <a:extLst>
              <a:ext uri="{FF2B5EF4-FFF2-40B4-BE49-F238E27FC236}">
                <a16:creationId xmlns:a16="http://schemas.microsoft.com/office/drawing/2014/main" id="{76479C2D-43B9-4420-9187-9F75D04020B2}"/>
              </a:ext>
            </a:extLst>
          </p:cNvPr>
          <p:cNvSpPr>
            <a:spLocks noGrp="1"/>
          </p:cNvSpPr>
          <p:nvPr/>
        </p:nvSpPr>
        <p:spPr>
          <a:xfrm>
            <a:off x="97726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7</a:t>
            </a:r>
          </a:p>
        </p:txBody>
      </p:sp>
      <p:pic>
        <p:nvPicPr>
          <p:cNvPr id="75" name="!!evs-75"/>
          <p:cNvPicPr>
            <a:picLocks noChangeAspect="1"/>
          </p:cNvPicPr>
          <p:nvPr/>
        </p:nvPicPr>
        <p:blipFill>
          <a:blip r:embed="rId9">
            <a:alphaModFix amt="38000"/>
          </a:blip>
          <a:stretch/>
        </p:blipFill>
        <p:spPr>
          <a:xfrm>
            <a:off x="9744075" y="2266950"/>
            <a:ext cx="381000" cy="381000"/>
          </a:xfrm>
          <a:prstGeom prst="rect">
            <a:avLst/>
          </a:prstGeom>
        </p:spPr>
      </p:pic>
      <p:sp>
        <p:nvSpPr>
          <p:cNvPr id="76" name="!!evs-76">
            <a:extLst>
              <a:ext uri="{FF2B5EF4-FFF2-40B4-BE49-F238E27FC236}">
                <a16:creationId xmlns:a16="http://schemas.microsoft.com/office/drawing/2014/main" id="{C9042E39-6F9F-4DE7-A582-3D04CDF71F1A}"/>
              </a:ext>
            </a:extLst>
          </p:cNvPr>
          <p:cNvSpPr>
            <a:spLocks noGrp="1"/>
          </p:cNvSpPr>
          <p:nvPr/>
        </p:nvSpPr>
        <p:spPr>
          <a:xfrm>
            <a:off x="92583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DELIVER</a:t>
            </a:r>
          </a:p>
        </p:txBody>
      </p:sp>
      <p:sp>
        <p:nvSpPr>
          <p:cNvPr id="77" name="!!evs-77">
            <a:extLst>
              <a:ext uri="{FF2B5EF4-FFF2-40B4-BE49-F238E27FC236}">
                <a16:creationId xmlns:a16="http://schemas.microsoft.com/office/drawing/2014/main" id="{064CD8C8-B6C2-4D55-B6C9-EB09B8C760F4}"/>
              </a:ext>
            </a:extLst>
          </p:cNvPr>
          <p:cNvSpPr>
            <a:spLocks noGrp="1"/>
          </p:cNvSpPr>
          <p:nvPr/>
        </p:nvSpPr>
        <p:spPr>
          <a:xfrm>
            <a:off x="92964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Broadcast • web • social</a:t>
            </a:r>
          </a:p>
        </p:txBody>
      </p:sp>
      <p:sp>
        <p:nvSpPr>
          <p:cNvPr id="78" name="!!evs-78">
            <a:extLst>
              <a:ext uri="{FF2B5EF4-FFF2-40B4-BE49-F238E27FC236}">
                <a16:creationId xmlns:a16="http://schemas.microsoft.com/office/drawing/2014/main" id="{62CB608B-1EAB-4C56-B18B-03A01CC285E5}"/>
              </a:ext>
            </a:extLst>
          </p:cNvPr>
          <p:cNvSpPr>
            <a:spLocks noGrp="1"/>
          </p:cNvSpPr>
          <p:nvPr/>
        </p:nvSpPr>
        <p:spPr>
          <a:xfrm>
            <a:off x="106584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9" name="!!evs-79">
            <a:extLst>
              <a:ext uri="{FF2B5EF4-FFF2-40B4-BE49-F238E27FC236}">
                <a16:creationId xmlns:a16="http://schemas.microsoft.com/office/drawing/2014/main" id="{343A81A5-E901-489A-97D9-B9CD9CBA0678}"/>
              </a:ext>
            </a:extLst>
          </p:cNvPr>
          <p:cNvSpPr>
            <a:spLocks noGrp="1"/>
          </p:cNvSpPr>
          <p:nvPr/>
        </p:nvSpPr>
        <p:spPr>
          <a:xfrm>
            <a:off x="106108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80" name="!!evs-80">
            <a:extLst>
              <a:ext uri="{FF2B5EF4-FFF2-40B4-BE49-F238E27FC236}">
                <a16:creationId xmlns:a16="http://schemas.microsoft.com/office/drawing/2014/main" id="{73C67DA5-5403-454E-BD3D-B576E71A9DD9}"/>
              </a:ext>
            </a:extLst>
          </p:cNvPr>
          <p:cNvSpPr>
            <a:spLocks noGrp="1"/>
          </p:cNvSpPr>
          <p:nvPr/>
        </p:nvSpPr>
        <p:spPr>
          <a:xfrm>
            <a:off x="112585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1" name="!!evs-81">
            <a:extLst>
              <a:ext uri="{FF2B5EF4-FFF2-40B4-BE49-F238E27FC236}">
                <a16:creationId xmlns:a16="http://schemas.microsoft.com/office/drawing/2014/main" id="{CA0A1820-639C-45C0-B6FA-1F18BBC9FBC6}"/>
              </a:ext>
            </a:extLst>
          </p:cNvPr>
          <p:cNvSpPr>
            <a:spLocks noGrp="1"/>
          </p:cNvSpPr>
          <p:nvPr/>
        </p:nvSpPr>
        <p:spPr>
          <a:xfrm>
            <a:off x="112585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8</a:t>
            </a:r>
          </a:p>
        </p:txBody>
      </p:sp>
      <p:pic>
        <p:nvPicPr>
          <p:cNvPr id="82" name="!!evs-82"/>
          <p:cNvPicPr>
            <a:picLocks noChangeAspect="1"/>
          </p:cNvPicPr>
          <p:nvPr/>
        </p:nvPicPr>
        <p:blipFill>
          <a:blip r:embed="rId10">
            <a:alphaModFix amt="38000"/>
          </a:blip>
          <a:stretch/>
        </p:blipFill>
        <p:spPr>
          <a:xfrm>
            <a:off x="11229975" y="2266950"/>
            <a:ext cx="381000" cy="381000"/>
          </a:xfrm>
          <a:prstGeom prst="rect">
            <a:avLst/>
          </a:prstGeom>
        </p:spPr>
      </p:pic>
      <p:sp>
        <p:nvSpPr>
          <p:cNvPr id="83" name="!!evs-83">
            <a:extLst>
              <a:ext uri="{FF2B5EF4-FFF2-40B4-BE49-F238E27FC236}">
                <a16:creationId xmlns:a16="http://schemas.microsoft.com/office/drawing/2014/main" id="{7C11AC9F-D256-4CEB-9612-93079CAAC6BB}"/>
              </a:ext>
            </a:extLst>
          </p:cNvPr>
          <p:cNvSpPr>
            <a:spLocks noGrp="1"/>
          </p:cNvSpPr>
          <p:nvPr/>
        </p:nvSpPr>
        <p:spPr>
          <a:xfrm>
            <a:off x="107442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PROTECT</a:t>
            </a:r>
          </a:p>
        </p:txBody>
      </p:sp>
      <p:sp>
        <p:nvSpPr>
          <p:cNvPr id="84" name="!!evs-84">
            <a:extLst>
              <a:ext uri="{FF2B5EF4-FFF2-40B4-BE49-F238E27FC236}">
                <a16:creationId xmlns:a16="http://schemas.microsoft.com/office/drawing/2014/main" id="{D136EEBC-5EEA-4317-832A-6CDAECB5CA59}"/>
              </a:ext>
            </a:extLst>
          </p:cNvPr>
          <p:cNvSpPr>
            <a:spLocks noGrp="1"/>
          </p:cNvSpPr>
          <p:nvPr/>
        </p:nvSpPr>
        <p:spPr>
          <a:xfrm>
            <a:off x="107823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043"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Permissions • audit • backup</a:t>
            </a:r>
          </a:p>
        </p:txBody>
      </p:sp>
      <p:sp>
        <p:nvSpPr>
          <p:cNvPr id="85" name="!!evs-85">
            <a:extLst>
              <a:ext uri="{FF2B5EF4-FFF2-40B4-BE49-F238E27FC236}">
                <a16:creationId xmlns:a16="http://schemas.microsoft.com/office/drawing/2014/main" id="{E2548952-CC3D-487E-AAEA-D171427089DB}"/>
              </a:ext>
            </a:extLst>
          </p:cNvPr>
          <p:cNvSpPr>
            <a:spLocks noGrp="1"/>
          </p:cNvSpPr>
          <p:nvPr/>
        </p:nvSpPr>
        <p:spPr>
          <a:xfrm>
            <a:off x="638175" y="3705225"/>
            <a:ext cx="10915650" cy="19050"/>
          </a:xfrm>
          <a:prstGeom prst="rect">
            <a:avLst/>
          </a:prstGeom>
          <a:solidFill>
            <a:srgbClr val="238EC0">
              <a:alpha val="7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6" name="!!evs-86">
            <a:extLst>
              <a:ext uri="{FF2B5EF4-FFF2-40B4-BE49-F238E27FC236}">
                <a16:creationId xmlns:a16="http://schemas.microsoft.com/office/drawing/2014/main" id="{E2590127-FE6B-4CD3-A556-424A212AA65A}"/>
              </a:ext>
            </a:extLst>
          </p:cNvPr>
          <p:cNvSpPr>
            <a:spLocks noGrp="1"/>
          </p:cNvSpPr>
          <p:nvPr/>
        </p:nvSpPr>
        <p:spPr>
          <a:xfrm>
            <a:off x="10096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7" name="!!evs-87">
            <a:extLst>
              <a:ext uri="{FF2B5EF4-FFF2-40B4-BE49-F238E27FC236}">
                <a16:creationId xmlns:a16="http://schemas.microsoft.com/office/drawing/2014/main" id="{2EDF0EAD-F3F4-4781-B223-F5A0F98EDD48}"/>
              </a:ext>
            </a:extLst>
          </p:cNvPr>
          <p:cNvSpPr>
            <a:spLocks noGrp="1"/>
          </p:cNvSpPr>
          <p:nvPr/>
        </p:nvSpPr>
        <p:spPr>
          <a:xfrm>
            <a:off x="9810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8" name="!!evs-88">
            <a:extLst>
              <a:ext uri="{FF2B5EF4-FFF2-40B4-BE49-F238E27FC236}">
                <a16:creationId xmlns:a16="http://schemas.microsoft.com/office/drawing/2014/main" id="{B75A5305-EB8F-4EB2-894C-2F932DABCDC8}"/>
              </a:ext>
            </a:extLst>
          </p:cNvPr>
          <p:cNvSpPr>
            <a:spLocks noGrp="1"/>
          </p:cNvSpPr>
          <p:nvPr/>
        </p:nvSpPr>
        <p:spPr>
          <a:xfrm>
            <a:off x="24955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9" name="!!evs-89">
            <a:extLst>
              <a:ext uri="{FF2B5EF4-FFF2-40B4-BE49-F238E27FC236}">
                <a16:creationId xmlns:a16="http://schemas.microsoft.com/office/drawing/2014/main" id="{2539F03D-416B-4279-B6E2-2BB0E2B3B469}"/>
              </a:ext>
            </a:extLst>
          </p:cNvPr>
          <p:cNvSpPr>
            <a:spLocks noGrp="1"/>
          </p:cNvSpPr>
          <p:nvPr/>
        </p:nvSpPr>
        <p:spPr>
          <a:xfrm>
            <a:off x="24669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0" name="!!evs-90">
            <a:extLst>
              <a:ext uri="{FF2B5EF4-FFF2-40B4-BE49-F238E27FC236}">
                <a16:creationId xmlns:a16="http://schemas.microsoft.com/office/drawing/2014/main" id="{BBB6EDAA-42FB-4444-8C07-C600DB2CC18D}"/>
              </a:ext>
            </a:extLst>
          </p:cNvPr>
          <p:cNvSpPr>
            <a:spLocks noGrp="1"/>
          </p:cNvSpPr>
          <p:nvPr/>
        </p:nvSpPr>
        <p:spPr>
          <a:xfrm>
            <a:off x="39814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1" name="!!evs-91">
            <a:extLst>
              <a:ext uri="{FF2B5EF4-FFF2-40B4-BE49-F238E27FC236}">
                <a16:creationId xmlns:a16="http://schemas.microsoft.com/office/drawing/2014/main" id="{AC63C304-3ECF-4447-9DCC-F7AD54062E4A}"/>
              </a:ext>
            </a:extLst>
          </p:cNvPr>
          <p:cNvSpPr>
            <a:spLocks noGrp="1"/>
          </p:cNvSpPr>
          <p:nvPr/>
        </p:nvSpPr>
        <p:spPr>
          <a:xfrm>
            <a:off x="39528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2" name="!!evs-92">
            <a:extLst>
              <a:ext uri="{FF2B5EF4-FFF2-40B4-BE49-F238E27FC236}">
                <a16:creationId xmlns:a16="http://schemas.microsoft.com/office/drawing/2014/main" id="{EDCB6E99-D008-489B-9EF1-97C0524D21DC}"/>
              </a:ext>
            </a:extLst>
          </p:cNvPr>
          <p:cNvSpPr>
            <a:spLocks noGrp="1"/>
          </p:cNvSpPr>
          <p:nvPr/>
        </p:nvSpPr>
        <p:spPr>
          <a:xfrm>
            <a:off x="54673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3" name="!!evs-93">
            <a:extLst>
              <a:ext uri="{FF2B5EF4-FFF2-40B4-BE49-F238E27FC236}">
                <a16:creationId xmlns:a16="http://schemas.microsoft.com/office/drawing/2014/main" id="{DA5DBB0C-4A51-4B0A-BBE8-86EAB20FEE44}"/>
              </a:ext>
            </a:extLst>
          </p:cNvPr>
          <p:cNvSpPr>
            <a:spLocks noGrp="1"/>
          </p:cNvSpPr>
          <p:nvPr/>
        </p:nvSpPr>
        <p:spPr>
          <a:xfrm>
            <a:off x="54387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4" name="!!evs-94">
            <a:extLst>
              <a:ext uri="{FF2B5EF4-FFF2-40B4-BE49-F238E27FC236}">
                <a16:creationId xmlns:a16="http://schemas.microsoft.com/office/drawing/2014/main" id="{7FD6BFA2-BD1F-4C13-B652-4442CE244047}"/>
              </a:ext>
            </a:extLst>
          </p:cNvPr>
          <p:cNvSpPr>
            <a:spLocks noGrp="1"/>
          </p:cNvSpPr>
          <p:nvPr/>
        </p:nvSpPr>
        <p:spPr>
          <a:xfrm>
            <a:off x="69532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5" name="!!evs-95">
            <a:extLst>
              <a:ext uri="{FF2B5EF4-FFF2-40B4-BE49-F238E27FC236}">
                <a16:creationId xmlns:a16="http://schemas.microsoft.com/office/drawing/2014/main" id="{A2FF0313-9A88-4543-B35A-A12D2B0A87A2}"/>
              </a:ext>
            </a:extLst>
          </p:cNvPr>
          <p:cNvSpPr>
            <a:spLocks noGrp="1"/>
          </p:cNvSpPr>
          <p:nvPr/>
        </p:nvSpPr>
        <p:spPr>
          <a:xfrm>
            <a:off x="69246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6" name="!!evs-96">
            <a:extLst>
              <a:ext uri="{FF2B5EF4-FFF2-40B4-BE49-F238E27FC236}">
                <a16:creationId xmlns:a16="http://schemas.microsoft.com/office/drawing/2014/main" id="{FFFB27CF-E3A6-4074-9DB7-5F84C134A05A}"/>
              </a:ext>
            </a:extLst>
          </p:cNvPr>
          <p:cNvSpPr>
            <a:spLocks noGrp="1"/>
          </p:cNvSpPr>
          <p:nvPr/>
        </p:nvSpPr>
        <p:spPr>
          <a:xfrm>
            <a:off x="84391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7" name="!!evs-97">
            <a:extLst>
              <a:ext uri="{FF2B5EF4-FFF2-40B4-BE49-F238E27FC236}">
                <a16:creationId xmlns:a16="http://schemas.microsoft.com/office/drawing/2014/main" id="{841846A0-6779-40CE-9B76-4694C566937E}"/>
              </a:ext>
            </a:extLst>
          </p:cNvPr>
          <p:cNvSpPr>
            <a:spLocks noGrp="1"/>
          </p:cNvSpPr>
          <p:nvPr/>
        </p:nvSpPr>
        <p:spPr>
          <a:xfrm>
            <a:off x="84105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8" name="!!evs-98">
            <a:extLst>
              <a:ext uri="{FF2B5EF4-FFF2-40B4-BE49-F238E27FC236}">
                <a16:creationId xmlns:a16="http://schemas.microsoft.com/office/drawing/2014/main" id="{BDBD97F4-71D1-4E30-A52A-8AEACA5232EF}"/>
              </a:ext>
            </a:extLst>
          </p:cNvPr>
          <p:cNvSpPr>
            <a:spLocks noGrp="1"/>
          </p:cNvSpPr>
          <p:nvPr/>
        </p:nvSpPr>
        <p:spPr>
          <a:xfrm>
            <a:off x="99250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9" name="!!evs-99">
            <a:extLst>
              <a:ext uri="{FF2B5EF4-FFF2-40B4-BE49-F238E27FC236}">
                <a16:creationId xmlns:a16="http://schemas.microsoft.com/office/drawing/2014/main" id="{146B5E67-EB68-4DFD-86E3-A9D6F05F7247}"/>
              </a:ext>
            </a:extLst>
          </p:cNvPr>
          <p:cNvSpPr>
            <a:spLocks noGrp="1"/>
          </p:cNvSpPr>
          <p:nvPr/>
        </p:nvSpPr>
        <p:spPr>
          <a:xfrm>
            <a:off x="98964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0" name="!!evs-100">
            <a:extLst>
              <a:ext uri="{FF2B5EF4-FFF2-40B4-BE49-F238E27FC236}">
                <a16:creationId xmlns:a16="http://schemas.microsoft.com/office/drawing/2014/main" id="{B4813ED1-2468-4DBA-9310-14152D49AF7A}"/>
              </a:ext>
            </a:extLst>
          </p:cNvPr>
          <p:cNvSpPr>
            <a:spLocks noGrp="1"/>
          </p:cNvSpPr>
          <p:nvPr/>
        </p:nvSpPr>
        <p:spPr>
          <a:xfrm>
            <a:off x="114109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1" name="!!evs-101">
            <a:extLst>
              <a:ext uri="{FF2B5EF4-FFF2-40B4-BE49-F238E27FC236}">
                <a16:creationId xmlns:a16="http://schemas.microsoft.com/office/drawing/2014/main" id="{3CCFFB07-DD31-4E89-97D6-809E0F46BBA5}"/>
              </a:ext>
            </a:extLst>
          </p:cNvPr>
          <p:cNvSpPr>
            <a:spLocks noGrp="1"/>
          </p:cNvSpPr>
          <p:nvPr/>
        </p:nvSpPr>
        <p:spPr>
          <a:xfrm>
            <a:off x="113823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2" name="!!evs-102">
            <a:extLst>
              <a:ext uri="{FF2B5EF4-FFF2-40B4-BE49-F238E27FC236}">
                <a16:creationId xmlns:a16="http://schemas.microsoft.com/office/drawing/2014/main" id="{BCF93FF7-A15D-4F31-A827-003F550A8669}"/>
              </a:ext>
            </a:extLst>
          </p:cNvPr>
          <p:cNvSpPr>
            <a:spLocks noGrp="1"/>
          </p:cNvSpPr>
          <p:nvPr/>
        </p:nvSpPr>
        <p:spPr>
          <a:xfrm>
            <a:off x="400050" y="3905250"/>
            <a:ext cx="11391900" cy="9525"/>
          </a:xfrm>
          <a:prstGeom prst="rect">
            <a:avLst/>
          </a:prstGeom>
          <a:solidFill>
            <a:srgbClr val="58D9FF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3" name="!!evs-103">
            <a:extLst>
              <a:ext uri="{FF2B5EF4-FFF2-40B4-BE49-F238E27FC236}">
                <a16:creationId xmlns:a16="http://schemas.microsoft.com/office/drawing/2014/main" id="{2D7E5887-CE8D-4BAC-93E8-B65EA07C8F03}"/>
              </a:ext>
            </a:extLst>
          </p:cNvPr>
          <p:cNvSpPr>
            <a:spLocks noGrp="1"/>
          </p:cNvSpPr>
          <p:nvPr/>
        </p:nvSpPr>
        <p:spPr>
          <a:xfrm>
            <a:off x="400050" y="4943475"/>
            <a:ext cx="11391900" cy="9525"/>
          </a:xfrm>
          <a:prstGeom prst="rect">
            <a:avLst/>
          </a:prstGeom>
          <a:solidFill>
            <a:srgbClr val="238EC0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4" name="!!evs-104">
            <a:extLst>
              <a:ext uri="{FF2B5EF4-FFF2-40B4-BE49-F238E27FC236}">
                <a16:creationId xmlns:a16="http://schemas.microsoft.com/office/drawing/2014/main" id="{BC4F0EB1-7828-48A9-AFD3-03246BC0E0A8}"/>
              </a:ext>
            </a:extLst>
          </p:cNvPr>
          <p:cNvSpPr>
            <a:spLocks noGrp="1"/>
          </p:cNvSpPr>
          <p:nvPr/>
        </p:nvSpPr>
        <p:spPr>
          <a:xfrm>
            <a:off x="3695700" y="3962400"/>
            <a:ext cx="4800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POWERED BY A UNIFIED MEDIA FOUNDATION</a:t>
            </a:r>
          </a:p>
        </p:txBody>
      </p:sp>
      <p:pic>
        <p:nvPicPr>
          <p:cNvPr id="105" name="!!evs-105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685800" y="4129412"/>
            <a:ext cx="1809750" cy="637526"/>
          </a:xfrm>
          <a:prstGeom prst="rect">
            <a:avLst/>
          </a:prstGeom>
        </p:spPr>
      </p:pic>
      <p:pic>
        <p:nvPicPr>
          <p:cNvPr id="106" name="!!evs-106"/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9658350" y="4122701"/>
            <a:ext cx="1847850" cy="650947"/>
          </a:xfrm>
          <a:prstGeom prst="rect">
            <a:avLst/>
          </a:prstGeom>
        </p:spPr>
      </p:pic>
      <p:sp>
        <p:nvSpPr>
          <p:cNvPr id="107" name="!!evs-107">
            <a:extLst>
              <a:ext uri="{FF2B5EF4-FFF2-40B4-BE49-F238E27FC236}">
                <a16:creationId xmlns:a16="http://schemas.microsoft.com/office/drawing/2014/main" id="{F599F316-9A2A-4C84-AC82-A8EC9F24E75F}"/>
              </a:ext>
            </a:extLst>
          </p:cNvPr>
          <p:cNvSpPr>
            <a:spLocks noGrp="1"/>
          </p:cNvSpPr>
          <p:nvPr/>
        </p:nvSpPr>
        <p:spPr>
          <a:xfrm>
            <a:off x="876300" y="4705350"/>
            <a:ext cx="1447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rPr>
              <a:t>XS-VIA</a:t>
            </a:r>
          </a:p>
        </p:txBody>
      </p:sp>
      <p:sp>
        <p:nvSpPr>
          <p:cNvPr id="108" name="!!evs-108">
            <a:extLst>
              <a:ext uri="{FF2B5EF4-FFF2-40B4-BE49-F238E27FC236}">
                <a16:creationId xmlns:a16="http://schemas.microsoft.com/office/drawing/2014/main" id="{564E3D0D-1B9C-4E72-8F0A-C740A3EF96D2}"/>
              </a:ext>
            </a:extLst>
          </p:cNvPr>
          <p:cNvSpPr>
            <a:spLocks noGrp="1"/>
          </p:cNvSpPr>
          <p:nvPr/>
        </p:nvSpPr>
        <p:spPr>
          <a:xfrm>
            <a:off x="876300" y="4857750"/>
            <a:ext cx="14478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INGEST &amp; PLAYOUT</a:t>
            </a:r>
          </a:p>
        </p:txBody>
      </p:sp>
      <p:sp>
        <p:nvSpPr>
          <p:cNvPr id="109" name="!!evs-109">
            <a:extLst>
              <a:ext uri="{FF2B5EF4-FFF2-40B4-BE49-F238E27FC236}">
                <a16:creationId xmlns:a16="http://schemas.microsoft.com/office/drawing/2014/main" id="{457AD0BA-7CD2-4D95-AA8B-38DDAA41C928}"/>
              </a:ext>
            </a:extLst>
          </p:cNvPr>
          <p:cNvSpPr>
            <a:spLocks noGrp="1"/>
          </p:cNvSpPr>
          <p:nvPr/>
        </p:nvSpPr>
        <p:spPr>
          <a:xfrm>
            <a:off x="9810750" y="4705350"/>
            <a:ext cx="1543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rPr>
              <a:t>XSstore</a:t>
            </a:r>
          </a:p>
        </p:txBody>
      </p:sp>
      <p:sp>
        <p:nvSpPr>
          <p:cNvPr id="110" name="!!evs-110">
            <a:extLst>
              <a:ext uri="{FF2B5EF4-FFF2-40B4-BE49-F238E27FC236}">
                <a16:creationId xmlns:a16="http://schemas.microsoft.com/office/drawing/2014/main" id="{CCB4B253-E05B-4D4B-A656-06469EC530EB}"/>
              </a:ext>
            </a:extLst>
          </p:cNvPr>
          <p:cNvSpPr>
            <a:spLocks noGrp="1"/>
          </p:cNvSpPr>
          <p:nvPr/>
        </p:nvSpPr>
        <p:spPr>
          <a:xfrm>
            <a:off x="9810750" y="4857750"/>
            <a:ext cx="15430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NEARLINE STORAGE</a:t>
            </a:r>
          </a:p>
        </p:txBody>
      </p:sp>
      <p:sp>
        <p:nvSpPr>
          <p:cNvPr id="111" name="!!evs-111">
            <a:extLst>
              <a:ext uri="{FF2B5EF4-FFF2-40B4-BE49-F238E27FC236}">
                <a16:creationId xmlns:a16="http://schemas.microsoft.com/office/drawing/2014/main" id="{5E2F406C-5341-4519-A2DB-F0897099EA73}"/>
              </a:ext>
            </a:extLst>
          </p:cNvPr>
          <p:cNvSpPr>
            <a:spLocks noGrp="1"/>
          </p:cNvSpPr>
          <p:nvPr/>
        </p:nvSpPr>
        <p:spPr>
          <a:xfrm>
            <a:off x="2990850" y="4295775"/>
            <a:ext cx="2905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491"/>
          </a:bodyPr>
          <a:lstStyle/>
          <a:p>
            <a:pPr algn="r">
              <a:lnSpc>
                <a:spcPct val="100000"/>
              </a:lnSpc>
              <a:buNone/>
              <a:def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MediaCeption</a:t>
            </a:r>
          </a:p>
        </p:txBody>
      </p:sp>
      <p:sp>
        <p:nvSpPr>
          <p:cNvPr id="112" name="!!evs-112">
            <a:extLst>
              <a:ext uri="{FF2B5EF4-FFF2-40B4-BE49-F238E27FC236}">
                <a16:creationId xmlns:a16="http://schemas.microsoft.com/office/drawing/2014/main" id="{2DE80D2E-4560-42C4-B83C-EBFE288E3C05}"/>
              </a:ext>
            </a:extLst>
          </p:cNvPr>
          <p:cNvSpPr>
            <a:spLocks noGrp="1"/>
          </p:cNvSpPr>
          <p:nvPr/>
        </p:nvSpPr>
        <p:spPr>
          <a:xfrm>
            <a:off x="5981700" y="4305300"/>
            <a:ext cx="323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7500"/>
          </a:bodyPr>
          <a:lstStyle/>
          <a:p>
            <a:pPr algn="ctr">
              <a:lnSpc>
                <a:spcPct val="100000"/>
              </a:lnSpc>
              <a:buNone/>
              <a:defRPr sz="300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rPr>
              <a:t>+</a:t>
            </a:r>
          </a:p>
        </p:txBody>
      </p:sp>
      <p:sp>
        <p:nvSpPr>
          <p:cNvPr id="113" name="!!evs-113">
            <a:extLst>
              <a:ext uri="{FF2B5EF4-FFF2-40B4-BE49-F238E27FC236}">
                <a16:creationId xmlns:a16="http://schemas.microsoft.com/office/drawing/2014/main" id="{FC0C364D-99D1-4DAC-B63A-C826E4B26D58}"/>
              </a:ext>
            </a:extLst>
          </p:cNvPr>
          <p:cNvSpPr>
            <a:spLocks noGrp="1"/>
          </p:cNvSpPr>
          <p:nvPr/>
        </p:nvSpPr>
        <p:spPr>
          <a:xfrm>
            <a:off x="6381750" y="4295775"/>
            <a:ext cx="2724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491"/>
          </a:bodyPr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VIA MAP</a:t>
            </a:r>
          </a:p>
        </p:txBody>
      </p:sp>
      <p:sp>
        <p:nvSpPr>
          <p:cNvPr id="114" name="!!evs-114">
            <a:extLst>
              <a:ext uri="{FF2B5EF4-FFF2-40B4-BE49-F238E27FC236}">
                <a16:creationId xmlns:a16="http://schemas.microsoft.com/office/drawing/2014/main" id="{853C9AD8-2638-4DBD-B13C-5ED7F708373D}"/>
              </a:ext>
            </a:extLst>
          </p:cNvPr>
          <p:cNvSpPr>
            <a:spLocks noGrp="1"/>
          </p:cNvSpPr>
          <p:nvPr/>
        </p:nvSpPr>
        <p:spPr>
          <a:xfrm>
            <a:off x="4057650" y="4772025"/>
            <a:ext cx="4076700" cy="19050"/>
          </a:xfrm>
          <a:prstGeom prst="rect">
            <a:avLst/>
          </a:prstGeom>
          <a:gradFill>
            <a:gsLst>
              <a:gs pos="0">
                <a:srgbClr val="58D9FF">
                  <a:alpha val="0"/>
                </a:srgbClr>
              </a:gs>
              <a:gs pos="50000">
                <a:srgbClr val="58D9FF"/>
              </a:gs>
              <a:gs pos="100000">
                <a:srgbClr val="58D9FF">
                  <a:alpha val="0"/>
                </a:srgbClr>
              </a:gs>
            </a:gsLst>
            <a:lin ang="5400000"/>
          </a:gra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5" name="!!evs-115">
            <a:extLst>
              <a:ext uri="{FF2B5EF4-FFF2-40B4-BE49-F238E27FC236}">
                <a16:creationId xmlns:a16="http://schemas.microsoft.com/office/drawing/2014/main" id="{A5B217D6-DD14-4180-BFA1-66E2B8D916EF}"/>
              </a:ext>
            </a:extLst>
          </p:cNvPr>
          <p:cNvSpPr>
            <a:spLocks noGrp="1"/>
          </p:cNvSpPr>
          <p:nvPr/>
        </p:nvSpPr>
        <p:spPr>
          <a:xfrm>
            <a:off x="4171950" y="4819650"/>
            <a:ext cx="38481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CONNECTING CONTENT, PEOPLE, POSSIBILITIES</a:t>
            </a:r>
          </a:p>
        </p:txBody>
      </p:sp>
      <p:sp>
        <p:nvSpPr>
          <p:cNvPr id="116" name="!!evs-116">
            <a:extLst>
              <a:ext uri="{FF2B5EF4-FFF2-40B4-BE49-F238E27FC236}">
                <a16:creationId xmlns:a16="http://schemas.microsoft.com/office/drawing/2014/main" id="{2001F073-535A-45C6-B8EB-0105F988647E}"/>
              </a:ext>
            </a:extLst>
          </p:cNvPr>
          <p:cNvSpPr>
            <a:spLocks noGrp="1"/>
          </p:cNvSpPr>
          <p:nvPr/>
        </p:nvSpPr>
        <p:spPr>
          <a:xfrm>
            <a:off x="-1143000" y="6143625"/>
            <a:ext cx="14478000" cy="2857500"/>
          </a:xfrm>
          <a:prstGeom prst="ellipse">
            <a:avLst/>
          </a:prstGeom>
          <a:noFill/>
          <a:ln w="19050">
            <a:solidFill>
              <a:srgbClr val="0B3F5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17" name="!!evs-117"/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1533525" y="5153025"/>
            <a:ext cx="457200" cy="457200"/>
          </a:xfrm>
          <a:prstGeom prst="rect">
            <a:avLst/>
          </a:prstGeom>
        </p:spPr>
      </p:pic>
      <p:sp>
        <p:nvSpPr>
          <p:cNvPr id="118" name="!!evs-118">
            <a:extLst>
              <a:ext uri="{FF2B5EF4-FFF2-40B4-BE49-F238E27FC236}">
                <a16:creationId xmlns:a16="http://schemas.microsoft.com/office/drawing/2014/main" id="{00C747CA-E471-4342-AC0B-5B53B1D85097}"/>
              </a:ext>
            </a:extLst>
          </p:cNvPr>
          <p:cNvSpPr>
            <a:spLocks noGrp="1"/>
          </p:cNvSpPr>
          <p:nvPr/>
        </p:nvSpPr>
        <p:spPr>
          <a:xfrm>
            <a:off x="428625" y="56197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Faster to Air</a:t>
            </a:r>
          </a:p>
        </p:txBody>
      </p:sp>
      <p:sp>
        <p:nvSpPr>
          <p:cNvPr id="119" name="!!evs-119">
            <a:extLst>
              <a:ext uri="{FF2B5EF4-FFF2-40B4-BE49-F238E27FC236}">
                <a16:creationId xmlns:a16="http://schemas.microsoft.com/office/drawing/2014/main" id="{F60C23B0-FA43-4F60-BAFE-3FDDB0E48B2E}"/>
              </a:ext>
            </a:extLst>
          </p:cNvPr>
          <p:cNvSpPr>
            <a:spLocks noGrp="1"/>
          </p:cNvSpPr>
          <p:nvPr/>
        </p:nvSpPr>
        <p:spPr>
          <a:xfrm>
            <a:off x="428625" y="58864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TURN IDEAS INTO IMPACT</a:t>
            </a:r>
          </a:p>
        </p:txBody>
      </p:sp>
      <p:sp>
        <p:nvSpPr>
          <p:cNvPr id="120" name="!!evs-120">
            <a:extLst>
              <a:ext uri="{FF2B5EF4-FFF2-40B4-BE49-F238E27FC236}">
                <a16:creationId xmlns:a16="http://schemas.microsoft.com/office/drawing/2014/main" id="{07978FEB-7BFB-4979-9BF3-CAB5D324E911}"/>
              </a:ext>
            </a:extLst>
          </p:cNvPr>
          <p:cNvSpPr>
            <a:spLocks noGrp="1"/>
          </p:cNvSpPr>
          <p:nvPr/>
        </p:nvSpPr>
        <p:spPr>
          <a:xfrm>
            <a:off x="3219450" y="5219700"/>
            <a:ext cx="9525" cy="790575"/>
          </a:xfrm>
          <a:prstGeom prst="rect">
            <a:avLst/>
          </a:prstGeom>
          <a:solidFill>
            <a:srgbClr val="2B5B72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21" name="!!evs-121"/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4457700" y="5153025"/>
            <a:ext cx="457200" cy="457200"/>
          </a:xfrm>
          <a:prstGeom prst="rect">
            <a:avLst/>
          </a:prstGeom>
        </p:spPr>
      </p:pic>
      <p:sp>
        <p:nvSpPr>
          <p:cNvPr id="122" name="!!evs-122">
            <a:extLst>
              <a:ext uri="{FF2B5EF4-FFF2-40B4-BE49-F238E27FC236}">
                <a16:creationId xmlns:a16="http://schemas.microsoft.com/office/drawing/2014/main" id="{1479DCB8-C84B-448A-83F6-5360ACCCE4B7}"/>
              </a:ext>
            </a:extLst>
          </p:cNvPr>
          <p:cNvSpPr>
            <a:spLocks noGrp="1"/>
          </p:cNvSpPr>
          <p:nvPr/>
        </p:nvSpPr>
        <p:spPr>
          <a:xfrm>
            <a:off x="3352800" y="56197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Metadata Continuity</a:t>
            </a:r>
          </a:p>
        </p:txBody>
      </p:sp>
      <p:sp>
        <p:nvSpPr>
          <p:cNvPr id="123" name="!!evs-123">
            <a:extLst>
              <a:ext uri="{FF2B5EF4-FFF2-40B4-BE49-F238E27FC236}">
                <a16:creationId xmlns:a16="http://schemas.microsoft.com/office/drawing/2014/main" id="{9C98DEC2-5B44-4AE9-A8DE-4F4FF1E6861D}"/>
              </a:ext>
            </a:extLst>
          </p:cNvPr>
          <p:cNvSpPr>
            <a:spLocks noGrp="1"/>
          </p:cNvSpPr>
          <p:nvPr/>
        </p:nvSpPr>
        <p:spPr>
          <a:xfrm>
            <a:off x="3352800" y="58864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CONTEXT TODAY. VALUE TOMORROW.</a:t>
            </a:r>
          </a:p>
        </p:txBody>
      </p:sp>
      <p:sp>
        <p:nvSpPr>
          <p:cNvPr id="124" name="!!evs-124">
            <a:extLst>
              <a:ext uri="{FF2B5EF4-FFF2-40B4-BE49-F238E27FC236}">
                <a16:creationId xmlns:a16="http://schemas.microsoft.com/office/drawing/2014/main" id="{4508C7DF-4C6C-4A4B-8C8D-557F7B27AB6F}"/>
              </a:ext>
            </a:extLst>
          </p:cNvPr>
          <p:cNvSpPr>
            <a:spLocks noGrp="1"/>
          </p:cNvSpPr>
          <p:nvPr/>
        </p:nvSpPr>
        <p:spPr>
          <a:xfrm>
            <a:off x="6143625" y="5219700"/>
            <a:ext cx="9525" cy="790575"/>
          </a:xfrm>
          <a:prstGeom prst="rect">
            <a:avLst/>
          </a:prstGeom>
          <a:solidFill>
            <a:srgbClr val="2B5B72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25" name="!!evs-125"/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7381875" y="5153025"/>
            <a:ext cx="457200" cy="457200"/>
          </a:xfrm>
          <a:prstGeom prst="rect">
            <a:avLst/>
          </a:prstGeom>
        </p:spPr>
      </p:pic>
      <p:sp>
        <p:nvSpPr>
          <p:cNvPr id="126" name="!!evs-126">
            <a:extLst>
              <a:ext uri="{FF2B5EF4-FFF2-40B4-BE49-F238E27FC236}">
                <a16:creationId xmlns:a16="http://schemas.microsoft.com/office/drawing/2014/main" id="{823DEF9F-907C-4AB5-A0E0-6563E845A1A6}"/>
              </a:ext>
            </a:extLst>
          </p:cNvPr>
          <p:cNvSpPr>
            <a:spLocks noGrp="1"/>
          </p:cNvSpPr>
          <p:nvPr/>
        </p:nvSpPr>
        <p:spPr>
          <a:xfrm>
            <a:off x="6276975" y="56197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155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One Source, Multiple Screens</a:t>
            </a:r>
          </a:p>
        </p:txBody>
      </p:sp>
      <p:sp>
        <p:nvSpPr>
          <p:cNvPr id="127" name="!!evs-127">
            <a:extLst>
              <a:ext uri="{FF2B5EF4-FFF2-40B4-BE49-F238E27FC236}">
                <a16:creationId xmlns:a16="http://schemas.microsoft.com/office/drawing/2014/main" id="{56C3C6AE-9A8B-4AF1-B350-04809D48FCFF}"/>
              </a:ext>
            </a:extLst>
          </p:cNvPr>
          <p:cNvSpPr>
            <a:spLocks noGrp="1"/>
          </p:cNvSpPr>
          <p:nvPr/>
        </p:nvSpPr>
        <p:spPr>
          <a:xfrm>
            <a:off x="6276975" y="58864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A GREATER REACH FOR EVERY STORY</a:t>
            </a:r>
          </a:p>
        </p:txBody>
      </p:sp>
      <p:sp>
        <p:nvSpPr>
          <p:cNvPr id="128" name="!!evs-128">
            <a:extLst>
              <a:ext uri="{FF2B5EF4-FFF2-40B4-BE49-F238E27FC236}">
                <a16:creationId xmlns:a16="http://schemas.microsoft.com/office/drawing/2014/main" id="{9F7C7D0A-081D-4696-A9A0-B3661AE52A6A}"/>
              </a:ext>
            </a:extLst>
          </p:cNvPr>
          <p:cNvSpPr>
            <a:spLocks noGrp="1"/>
          </p:cNvSpPr>
          <p:nvPr/>
        </p:nvSpPr>
        <p:spPr>
          <a:xfrm>
            <a:off x="9067800" y="5219700"/>
            <a:ext cx="9525" cy="790575"/>
          </a:xfrm>
          <a:prstGeom prst="rect">
            <a:avLst/>
          </a:prstGeom>
          <a:solidFill>
            <a:srgbClr val="2B5B72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29" name="!!evs-129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0306050" y="5153025"/>
            <a:ext cx="457200" cy="457200"/>
          </a:xfrm>
          <a:prstGeom prst="rect">
            <a:avLst/>
          </a:prstGeom>
        </p:spPr>
      </p:pic>
      <p:sp>
        <p:nvSpPr>
          <p:cNvPr id="130" name="!!evs-130">
            <a:extLst>
              <a:ext uri="{FF2B5EF4-FFF2-40B4-BE49-F238E27FC236}">
                <a16:creationId xmlns:a16="http://schemas.microsoft.com/office/drawing/2014/main" id="{E8E9F661-E617-4926-85D5-358C9DBE1035}"/>
              </a:ext>
            </a:extLst>
          </p:cNvPr>
          <p:cNvSpPr>
            <a:spLocks noGrp="1"/>
          </p:cNvSpPr>
          <p:nvPr/>
        </p:nvSpPr>
        <p:spPr>
          <a:xfrm>
            <a:off x="9201150" y="56197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Resilient Operations</a:t>
            </a:r>
          </a:p>
        </p:txBody>
      </p:sp>
      <p:sp>
        <p:nvSpPr>
          <p:cNvPr id="131" name="!!evs-131">
            <a:extLst>
              <a:ext uri="{FF2B5EF4-FFF2-40B4-BE49-F238E27FC236}">
                <a16:creationId xmlns:a16="http://schemas.microsoft.com/office/drawing/2014/main" id="{89A151EF-6A0B-45E3-ADA5-1B8A82959147}"/>
              </a:ext>
            </a:extLst>
          </p:cNvPr>
          <p:cNvSpPr>
            <a:spLocks noGrp="1"/>
          </p:cNvSpPr>
          <p:nvPr/>
        </p:nvSpPr>
        <p:spPr>
          <a:xfrm>
            <a:off x="9201150" y="58864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READY FOR WHAT’S NEXT</a:t>
            </a:r>
          </a:p>
        </p:txBody>
      </p:sp>
      <p:sp>
        <p:nvSpPr>
          <p:cNvPr id="132" name="!!evs-132">
            <a:extLst>
              <a:ext uri="{FF2B5EF4-FFF2-40B4-BE49-F238E27FC236}">
                <a16:creationId xmlns:a16="http://schemas.microsoft.com/office/drawing/2014/main" id="{5CAF8EFF-349C-46F0-8F3B-56DD4A964C37}"/>
              </a:ext>
            </a:extLst>
          </p:cNvPr>
          <p:cNvSpPr>
            <a:spLocks noGrp="1"/>
          </p:cNvSpPr>
          <p:nvPr/>
        </p:nvSpPr>
        <p:spPr>
          <a:xfrm>
            <a:off x="3086100" y="6505575"/>
            <a:ext cx="2190750" cy="9525"/>
          </a:xfrm>
          <a:prstGeom prst="rect">
            <a:avLst/>
          </a:prstGeom>
          <a:solidFill>
            <a:srgbClr val="2B5B72">
              <a:alpha val="7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3" name="!!evs-133">
            <a:extLst>
              <a:ext uri="{FF2B5EF4-FFF2-40B4-BE49-F238E27FC236}">
                <a16:creationId xmlns:a16="http://schemas.microsoft.com/office/drawing/2014/main" id="{BAD64596-881E-42FC-BBE3-CB5D1E886C57}"/>
              </a:ext>
            </a:extLst>
          </p:cNvPr>
          <p:cNvSpPr>
            <a:spLocks noGrp="1"/>
          </p:cNvSpPr>
          <p:nvPr/>
        </p:nvSpPr>
        <p:spPr>
          <a:xfrm>
            <a:off x="6915150" y="6505575"/>
            <a:ext cx="2190750" cy="9525"/>
          </a:xfrm>
          <a:prstGeom prst="rect">
            <a:avLst/>
          </a:prstGeom>
          <a:solidFill>
            <a:srgbClr val="2B5B72">
              <a:alpha val="7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4" name="!!evs-134">
            <a:extLst>
              <a:ext uri="{FF2B5EF4-FFF2-40B4-BE49-F238E27FC236}">
                <a16:creationId xmlns:a16="http://schemas.microsoft.com/office/drawing/2014/main" id="{ECDCEAE9-BFE9-4934-94D2-0AFC42FB004C}"/>
              </a:ext>
            </a:extLst>
          </p:cNvPr>
          <p:cNvSpPr>
            <a:spLocks noGrp="1"/>
          </p:cNvSpPr>
          <p:nvPr/>
        </p:nvSpPr>
        <p:spPr>
          <a:xfrm>
            <a:off x="4905375" y="641985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NEWS MOVES THE WORLD FORWARD</a:t>
            </a:r>
          </a:p>
        </p:txBody>
      </p:sp>
      <p:sp>
        <p:nvSpPr>
          <p:cNvPr id="137" name="step-counter-4"/>
          <p:cNvSpPr txBox="1"/>
          <p:nvPr/>
        </p:nvSpPr>
        <p:spPr>
          <a:xfrm>
            <a:off x="10195560" y="1353312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58D9FF"/>
                </a:solidFill>
                <a:latin typeface="Aptos"/>
              </a:rPr>
              <a:t>STEP 4 OF 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!!evs-135"/>
          <p:cNvPicPr>
            <a:picLocks noChangeAspect="1"/>
          </p:cNvPicPr>
          <p:nvPr/>
        </p:nvPicPr>
        <p:blipFill>
          <a:blip r:embed="rId2"/>
          <a:srcRect l="11378" r="11378"/>
          <a:stretch>
            <a:fillRect/>
          </a:stretch>
        </p:blipFill>
        <p:spPr>
          <a:xfrm>
            <a:off x="6480810" y="0"/>
            <a:ext cx="5619750" cy="2047875"/>
          </a:xfrm>
          <a:prstGeom prst="rect">
            <a:avLst/>
          </a:prstGeom>
        </p:spPr>
      </p:pic>
      <p:sp>
        <p:nvSpPr>
          <p:cNvPr id="2" name="!!evs-2">
            <a:extLst>
              <a:ext uri="{FF2B5EF4-FFF2-40B4-BE49-F238E27FC236}">
                <a16:creationId xmlns:a16="http://schemas.microsoft.com/office/drawing/2014/main" id="{65AA2FAD-F874-401C-9C8D-5F7779ED37B5}"/>
              </a:ext>
            </a:extLst>
          </p:cNvPr>
          <p:cNvSpPr>
            <a:spLocks noGrp="1"/>
          </p:cNvSpPr>
          <p:nvPr/>
        </p:nvSpPr>
        <p:spPr>
          <a:xfrm>
            <a:off x="6191250" y="0"/>
            <a:ext cx="6000750" cy="2047875"/>
          </a:xfrm>
          <a:prstGeom prst="rect">
            <a:avLst/>
          </a:prstGeom>
          <a:gradFill>
            <a:gsLst>
              <a:gs pos="0">
                <a:srgbClr val="041522"/>
              </a:gs>
              <a:gs pos="45000">
                <a:srgbClr val="041522">
                  <a:alpha val="55000"/>
                </a:srgbClr>
              </a:gs>
              <a:gs pos="100000">
                <a:srgbClr val="041522">
                  <a:alpha val="18000"/>
                </a:srgbClr>
              </a:gs>
            </a:gsLst>
            <a:lin ang="5400000"/>
          </a:gra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!!evs-3">
            <a:extLst>
              <a:ext uri="{FF2B5EF4-FFF2-40B4-BE49-F238E27FC236}">
                <a16:creationId xmlns:a16="http://schemas.microsoft.com/office/drawing/2014/main" id="{DCB508B3-F20E-4CC4-AAD6-79CCC10F0778}"/>
              </a:ext>
            </a:extLst>
          </p:cNvPr>
          <p:cNvSpPr>
            <a:spLocks noGrp="1"/>
          </p:cNvSpPr>
          <p:nvPr/>
        </p:nvSpPr>
        <p:spPr>
          <a:xfrm>
            <a:off x="0" y="1619250"/>
            <a:ext cx="12192000" cy="428625"/>
          </a:xfrm>
          <a:prstGeom prst="rect">
            <a:avLst/>
          </a:prstGeom>
          <a:gradFill>
            <a:gsLst>
              <a:gs pos="0">
                <a:srgbClr val="041522">
                  <a:alpha val="0"/>
                </a:srgbClr>
              </a:gs>
              <a:gs pos="100000">
                <a:srgbClr val="041522"/>
              </a:gs>
            </a:gsLst>
            <a:lin ang="10800000"/>
          </a:gra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!!evs-4">
            <a:extLst>
              <a:ext uri="{FF2B5EF4-FFF2-40B4-BE49-F238E27FC236}">
                <a16:creationId xmlns:a16="http://schemas.microsoft.com/office/drawing/2014/main" id="{8DCFB74B-CC14-4044-8161-213547198D0A}"/>
              </a:ext>
            </a:extLst>
          </p:cNvPr>
          <p:cNvSpPr>
            <a:spLocks noGrp="1"/>
          </p:cNvSpPr>
          <p:nvPr/>
        </p:nvSpPr>
        <p:spPr>
          <a:xfrm>
            <a:off x="0" y="99060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!!evs-5">
            <a:extLst>
              <a:ext uri="{FF2B5EF4-FFF2-40B4-BE49-F238E27FC236}">
                <a16:creationId xmlns:a16="http://schemas.microsoft.com/office/drawing/2014/main" id="{7E8198F1-3843-43A7-BCE8-F8F2073DC915}"/>
              </a:ext>
            </a:extLst>
          </p:cNvPr>
          <p:cNvSpPr>
            <a:spLocks noGrp="1"/>
          </p:cNvSpPr>
          <p:nvPr/>
        </p:nvSpPr>
        <p:spPr>
          <a:xfrm>
            <a:off x="0" y="150495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!!evs-6">
            <a:extLst>
              <a:ext uri="{FF2B5EF4-FFF2-40B4-BE49-F238E27FC236}">
                <a16:creationId xmlns:a16="http://schemas.microsoft.com/office/drawing/2014/main" id="{A1E0B327-8F29-4250-A479-1E49B3F5C7CD}"/>
              </a:ext>
            </a:extLst>
          </p:cNvPr>
          <p:cNvSpPr>
            <a:spLocks noGrp="1"/>
          </p:cNvSpPr>
          <p:nvPr/>
        </p:nvSpPr>
        <p:spPr>
          <a:xfrm>
            <a:off x="0" y="201930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!!evs-7">
            <a:extLst>
              <a:ext uri="{FF2B5EF4-FFF2-40B4-BE49-F238E27FC236}">
                <a16:creationId xmlns:a16="http://schemas.microsoft.com/office/drawing/2014/main" id="{D0FC1A78-221C-4601-90E7-C3B73C809096}"/>
              </a:ext>
            </a:extLst>
          </p:cNvPr>
          <p:cNvSpPr>
            <a:spLocks noGrp="1"/>
          </p:cNvSpPr>
          <p:nvPr/>
        </p:nvSpPr>
        <p:spPr>
          <a:xfrm>
            <a:off x="0" y="253365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!!evs-8">
            <a:extLst>
              <a:ext uri="{FF2B5EF4-FFF2-40B4-BE49-F238E27FC236}">
                <a16:creationId xmlns:a16="http://schemas.microsoft.com/office/drawing/2014/main" id="{4B33D8A2-9D26-4E55-A570-0F0BC0754B6B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!!evs-9">
            <a:extLst>
              <a:ext uri="{FF2B5EF4-FFF2-40B4-BE49-F238E27FC236}">
                <a16:creationId xmlns:a16="http://schemas.microsoft.com/office/drawing/2014/main" id="{2EC7CE67-00F2-48E8-A65E-C69A15101E97}"/>
              </a:ext>
            </a:extLst>
          </p:cNvPr>
          <p:cNvSpPr>
            <a:spLocks noGrp="1"/>
          </p:cNvSpPr>
          <p:nvPr/>
        </p:nvSpPr>
        <p:spPr>
          <a:xfrm>
            <a:off x="0" y="356235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!!evs-10">
            <a:extLst>
              <a:ext uri="{FF2B5EF4-FFF2-40B4-BE49-F238E27FC236}">
                <a16:creationId xmlns:a16="http://schemas.microsoft.com/office/drawing/2014/main" id="{7C91D761-4D50-487E-9703-E014C41E06E0}"/>
              </a:ext>
            </a:extLst>
          </p:cNvPr>
          <p:cNvSpPr>
            <a:spLocks noGrp="1"/>
          </p:cNvSpPr>
          <p:nvPr/>
        </p:nvSpPr>
        <p:spPr>
          <a:xfrm>
            <a:off x="0" y="407670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!!evs-11">
            <a:extLst>
              <a:ext uri="{FF2B5EF4-FFF2-40B4-BE49-F238E27FC236}">
                <a16:creationId xmlns:a16="http://schemas.microsoft.com/office/drawing/2014/main" id="{564498BE-5805-420B-B967-58F84CB92607}"/>
              </a:ext>
            </a:extLst>
          </p:cNvPr>
          <p:cNvSpPr>
            <a:spLocks noGrp="1"/>
          </p:cNvSpPr>
          <p:nvPr/>
        </p:nvSpPr>
        <p:spPr>
          <a:xfrm>
            <a:off x="0" y="459105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!!evs-12">
            <a:extLst>
              <a:ext uri="{FF2B5EF4-FFF2-40B4-BE49-F238E27FC236}">
                <a16:creationId xmlns:a16="http://schemas.microsoft.com/office/drawing/2014/main" id="{2A710823-211A-4B95-85D7-82595CAE2E89}"/>
              </a:ext>
            </a:extLst>
          </p:cNvPr>
          <p:cNvSpPr>
            <a:spLocks noGrp="1"/>
          </p:cNvSpPr>
          <p:nvPr/>
        </p:nvSpPr>
        <p:spPr>
          <a:xfrm>
            <a:off x="0" y="510540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!!evs-13">
            <a:extLst>
              <a:ext uri="{FF2B5EF4-FFF2-40B4-BE49-F238E27FC236}">
                <a16:creationId xmlns:a16="http://schemas.microsoft.com/office/drawing/2014/main" id="{3F848A76-9C53-42A4-9B8B-626A933C42A5}"/>
              </a:ext>
            </a:extLst>
          </p:cNvPr>
          <p:cNvSpPr>
            <a:spLocks noGrp="1"/>
          </p:cNvSpPr>
          <p:nvPr/>
        </p:nvSpPr>
        <p:spPr>
          <a:xfrm>
            <a:off x="0" y="561975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!!evs-14">
            <a:extLst>
              <a:ext uri="{FF2B5EF4-FFF2-40B4-BE49-F238E27FC236}">
                <a16:creationId xmlns:a16="http://schemas.microsoft.com/office/drawing/2014/main" id="{57EC29ED-5B71-4A91-835D-1606E4E25A72}"/>
              </a:ext>
            </a:extLst>
          </p:cNvPr>
          <p:cNvSpPr>
            <a:spLocks noGrp="1"/>
          </p:cNvSpPr>
          <p:nvPr/>
        </p:nvSpPr>
        <p:spPr>
          <a:xfrm>
            <a:off x="0" y="613410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!!evs-15">
            <a:extLst>
              <a:ext uri="{FF2B5EF4-FFF2-40B4-BE49-F238E27FC236}">
                <a16:creationId xmlns:a16="http://schemas.microsoft.com/office/drawing/2014/main" id="{73D99984-4B08-484D-8B34-FBD6CB389A53}"/>
              </a:ext>
            </a:extLst>
          </p:cNvPr>
          <p:cNvSpPr>
            <a:spLocks noGrp="1"/>
          </p:cNvSpPr>
          <p:nvPr/>
        </p:nvSpPr>
        <p:spPr>
          <a:xfrm>
            <a:off x="0" y="664845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!!evs-16">
            <a:extLst>
              <a:ext uri="{FF2B5EF4-FFF2-40B4-BE49-F238E27FC236}">
                <a16:creationId xmlns:a16="http://schemas.microsoft.com/office/drawing/2014/main" id="{B1DBF21B-E134-4910-A3E3-161A14979D23}"/>
              </a:ext>
            </a:extLst>
          </p:cNvPr>
          <p:cNvSpPr>
            <a:spLocks noGrp="1"/>
          </p:cNvSpPr>
          <p:nvPr/>
        </p:nvSpPr>
        <p:spPr>
          <a:xfrm>
            <a:off x="381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!!evs-17">
            <a:extLst>
              <a:ext uri="{FF2B5EF4-FFF2-40B4-BE49-F238E27FC236}">
                <a16:creationId xmlns:a16="http://schemas.microsoft.com/office/drawing/2014/main" id="{74AAA4C7-3BD4-4041-91EF-DDD454CC56C0}"/>
              </a:ext>
            </a:extLst>
          </p:cNvPr>
          <p:cNvSpPr>
            <a:spLocks noGrp="1"/>
          </p:cNvSpPr>
          <p:nvPr/>
        </p:nvSpPr>
        <p:spPr>
          <a:xfrm>
            <a:off x="1524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!!evs-18">
            <a:extLst>
              <a:ext uri="{FF2B5EF4-FFF2-40B4-BE49-F238E27FC236}">
                <a16:creationId xmlns:a16="http://schemas.microsoft.com/office/drawing/2014/main" id="{AEC7E939-8A73-4913-957B-1DF992AD0CFD}"/>
              </a:ext>
            </a:extLst>
          </p:cNvPr>
          <p:cNvSpPr>
            <a:spLocks noGrp="1"/>
          </p:cNvSpPr>
          <p:nvPr/>
        </p:nvSpPr>
        <p:spPr>
          <a:xfrm>
            <a:off x="2667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!!evs-19">
            <a:extLst>
              <a:ext uri="{FF2B5EF4-FFF2-40B4-BE49-F238E27FC236}">
                <a16:creationId xmlns:a16="http://schemas.microsoft.com/office/drawing/2014/main" id="{D6455841-64B1-417D-ACEB-9D5AB88C8969}"/>
              </a:ext>
            </a:extLst>
          </p:cNvPr>
          <p:cNvSpPr>
            <a:spLocks noGrp="1"/>
          </p:cNvSpPr>
          <p:nvPr/>
        </p:nvSpPr>
        <p:spPr>
          <a:xfrm>
            <a:off x="3810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!!evs-20">
            <a:extLst>
              <a:ext uri="{FF2B5EF4-FFF2-40B4-BE49-F238E27FC236}">
                <a16:creationId xmlns:a16="http://schemas.microsoft.com/office/drawing/2014/main" id="{1C7F8E06-121B-4E2C-AE74-9055FA60C7C3}"/>
              </a:ext>
            </a:extLst>
          </p:cNvPr>
          <p:cNvSpPr>
            <a:spLocks noGrp="1"/>
          </p:cNvSpPr>
          <p:nvPr/>
        </p:nvSpPr>
        <p:spPr>
          <a:xfrm>
            <a:off x="4953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!!evs-21">
            <a:extLst>
              <a:ext uri="{FF2B5EF4-FFF2-40B4-BE49-F238E27FC236}">
                <a16:creationId xmlns:a16="http://schemas.microsoft.com/office/drawing/2014/main" id="{A5A1CD44-6CBA-40CE-9E96-F54D42247CFC}"/>
              </a:ext>
            </a:extLst>
          </p:cNvPr>
          <p:cNvSpPr>
            <a:spLocks noGrp="1"/>
          </p:cNvSpPr>
          <p:nvPr/>
        </p:nvSpPr>
        <p:spPr>
          <a:xfrm>
            <a:off x="6096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2" name="!!evs-22">
            <a:extLst>
              <a:ext uri="{FF2B5EF4-FFF2-40B4-BE49-F238E27FC236}">
                <a16:creationId xmlns:a16="http://schemas.microsoft.com/office/drawing/2014/main" id="{5EEB1559-F8BC-496C-9083-86BD64664481}"/>
              </a:ext>
            </a:extLst>
          </p:cNvPr>
          <p:cNvSpPr>
            <a:spLocks noGrp="1"/>
          </p:cNvSpPr>
          <p:nvPr/>
        </p:nvSpPr>
        <p:spPr>
          <a:xfrm>
            <a:off x="7239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!!evs-23">
            <a:extLst>
              <a:ext uri="{FF2B5EF4-FFF2-40B4-BE49-F238E27FC236}">
                <a16:creationId xmlns:a16="http://schemas.microsoft.com/office/drawing/2014/main" id="{BF687707-E3E7-4B60-BA56-18CEE5E86EC1}"/>
              </a:ext>
            </a:extLst>
          </p:cNvPr>
          <p:cNvSpPr>
            <a:spLocks noGrp="1"/>
          </p:cNvSpPr>
          <p:nvPr/>
        </p:nvSpPr>
        <p:spPr>
          <a:xfrm>
            <a:off x="8382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4" name="!!evs-24">
            <a:extLst>
              <a:ext uri="{FF2B5EF4-FFF2-40B4-BE49-F238E27FC236}">
                <a16:creationId xmlns:a16="http://schemas.microsoft.com/office/drawing/2014/main" id="{FD3F7184-CF14-4F52-A0CE-157D5D74C469}"/>
              </a:ext>
            </a:extLst>
          </p:cNvPr>
          <p:cNvSpPr>
            <a:spLocks noGrp="1"/>
          </p:cNvSpPr>
          <p:nvPr/>
        </p:nvSpPr>
        <p:spPr>
          <a:xfrm>
            <a:off x="9525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5" name="!!evs-25">
            <a:extLst>
              <a:ext uri="{FF2B5EF4-FFF2-40B4-BE49-F238E27FC236}">
                <a16:creationId xmlns:a16="http://schemas.microsoft.com/office/drawing/2014/main" id="{43C0FE55-58A4-4BAC-B16F-909BC9918A38}"/>
              </a:ext>
            </a:extLst>
          </p:cNvPr>
          <p:cNvSpPr>
            <a:spLocks noGrp="1"/>
          </p:cNvSpPr>
          <p:nvPr/>
        </p:nvSpPr>
        <p:spPr>
          <a:xfrm>
            <a:off x="10668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6" name="!!evs-26">
            <a:extLst>
              <a:ext uri="{FF2B5EF4-FFF2-40B4-BE49-F238E27FC236}">
                <a16:creationId xmlns:a16="http://schemas.microsoft.com/office/drawing/2014/main" id="{DCE67FEE-BDF7-4EF3-8DFF-97855923434C}"/>
              </a:ext>
            </a:extLst>
          </p:cNvPr>
          <p:cNvSpPr>
            <a:spLocks noGrp="1"/>
          </p:cNvSpPr>
          <p:nvPr/>
        </p:nvSpPr>
        <p:spPr>
          <a:xfrm>
            <a:off x="11811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7" name="!!evs-27">
            <a:extLst>
              <a:ext uri="{FF2B5EF4-FFF2-40B4-BE49-F238E27FC236}">
                <a16:creationId xmlns:a16="http://schemas.microsoft.com/office/drawing/2014/main" id="{164E6376-B027-414B-9F21-44464EE838D5}"/>
              </a:ext>
            </a:extLst>
          </p:cNvPr>
          <p:cNvSpPr>
            <a:spLocks noGrp="1"/>
          </p:cNvSpPr>
          <p:nvPr/>
        </p:nvSpPr>
        <p:spPr>
          <a:xfrm>
            <a:off x="457200" y="238125"/>
            <a:ext cx="685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949"/>
          </a:bodyPr>
          <a:lstStyle/>
          <a:p>
            <a:pPr algn="l">
              <a:lnSpc>
                <a:spcPct val="100000"/>
              </a:lnSpc>
              <a:buNone/>
              <a:defRPr sz="39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EVS MODERN NEWSROOM</a:t>
            </a:r>
          </a:p>
        </p:txBody>
      </p:sp>
      <p:sp>
        <p:nvSpPr>
          <p:cNvPr id="28" name="!!evs-28">
            <a:extLst>
              <a:ext uri="{FF2B5EF4-FFF2-40B4-BE49-F238E27FC236}">
                <a16:creationId xmlns:a16="http://schemas.microsoft.com/office/drawing/2014/main" id="{1494665C-9BCF-4FC8-B1E3-CF45AA54A1A3}"/>
              </a:ext>
            </a:extLst>
          </p:cNvPr>
          <p:cNvSpPr>
            <a:spLocks noGrp="1"/>
          </p:cNvSpPr>
          <p:nvPr/>
        </p:nvSpPr>
        <p:spPr>
          <a:xfrm>
            <a:off x="476250" y="781050"/>
            <a:ext cx="581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958" lnSpcReduction="10000"/>
          </a:bodyPr>
          <a:lstStyle/>
          <a:p>
            <a:pPr algn="l">
              <a:lnSpc>
                <a:spcPct val="100000"/>
              </a:lnSpc>
              <a:buNone/>
              <a:defRPr sz="2400" b="0">
                <a:solidFill>
                  <a:srgbClr val="C7D9E5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0">
                <a:solidFill>
                  <a:srgbClr val="C7D9E5"/>
                </a:solidFill>
                <a:latin typeface="Aptos Display"/>
                <a:ea typeface="Aptos Display"/>
                <a:cs typeface="Aptos Display"/>
              </a:rPr>
              <a:t>Breaking News to Every Screen</a:t>
            </a:r>
          </a:p>
        </p:txBody>
      </p:sp>
      <p:sp>
        <p:nvSpPr>
          <p:cNvPr id="29" name="!!evs-29">
            <a:extLst>
              <a:ext uri="{FF2B5EF4-FFF2-40B4-BE49-F238E27FC236}">
                <a16:creationId xmlns:a16="http://schemas.microsoft.com/office/drawing/2014/main" id="{990683BE-A8D8-4434-8377-E38D422B7696}"/>
              </a:ext>
            </a:extLst>
          </p:cNvPr>
          <p:cNvSpPr>
            <a:spLocks noGrp="1"/>
          </p:cNvSpPr>
          <p:nvPr/>
        </p:nvSpPr>
        <p:spPr>
          <a:xfrm>
            <a:off x="476250" y="1257300"/>
            <a:ext cx="514350" cy="38100"/>
          </a:xfrm>
          <a:prstGeom prst="rect">
            <a:avLst/>
          </a:prstGeom>
          <a:solidFill>
            <a:srgbClr val="58D9FF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0" name="!!evs-30">
            <a:extLst>
              <a:ext uri="{FF2B5EF4-FFF2-40B4-BE49-F238E27FC236}">
                <a16:creationId xmlns:a16="http://schemas.microsoft.com/office/drawing/2014/main" id="{16FC656B-833A-4FC1-ACDF-BCBF1EA63D98}"/>
              </a:ext>
            </a:extLst>
          </p:cNvPr>
          <p:cNvSpPr>
            <a:spLocks noGrp="1"/>
          </p:cNvSpPr>
          <p:nvPr/>
        </p:nvSpPr>
        <p:spPr>
          <a:xfrm>
            <a:off x="476250" y="1381125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CONNECT  •  CREATE  •  COLLABORATE  •  DELIVER  •  TOGETHER</a:t>
            </a:r>
          </a:p>
        </p:txBody>
      </p:sp>
      <p:sp>
        <p:nvSpPr>
          <p:cNvPr id="136" name="!!spotlight"/>
          <p:cNvSpPr/>
          <p:nvPr/>
        </p:nvSpPr>
        <p:spPr>
          <a:xfrm>
            <a:off x="6295263" y="1682496"/>
            <a:ext cx="1335024" cy="2157984"/>
          </a:xfrm>
          <a:prstGeom prst="rect">
            <a:avLst/>
          </a:prstGeom>
          <a:solidFill>
            <a:srgbClr val="073146">
              <a:alpha val="62000"/>
            </a:srgbClr>
          </a:solidFill>
          <a:ln w="15240">
            <a:solidFill>
              <a:srgbClr val="5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!!evs-31">
            <a:extLst>
              <a:ext uri="{FF2B5EF4-FFF2-40B4-BE49-F238E27FC236}">
                <a16:creationId xmlns:a16="http://schemas.microsoft.com/office/drawing/2014/main" id="{7558E714-D82A-452A-91C8-B01F564D17CD}"/>
              </a:ext>
            </a:extLst>
          </p:cNvPr>
          <p:cNvSpPr>
            <a:spLocks noGrp="1"/>
          </p:cNvSpPr>
          <p:nvPr/>
        </p:nvSpPr>
        <p:spPr>
          <a:xfrm>
            <a:off x="8572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2" name="!!evs-32">
            <a:extLst>
              <a:ext uri="{FF2B5EF4-FFF2-40B4-BE49-F238E27FC236}">
                <a16:creationId xmlns:a16="http://schemas.microsoft.com/office/drawing/2014/main" id="{5D1945B0-A154-4AED-9AE1-3F7EB970CEF9}"/>
              </a:ext>
            </a:extLst>
          </p:cNvPr>
          <p:cNvSpPr>
            <a:spLocks noGrp="1"/>
          </p:cNvSpPr>
          <p:nvPr/>
        </p:nvSpPr>
        <p:spPr>
          <a:xfrm>
            <a:off x="8572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pic>
        <p:nvPicPr>
          <p:cNvPr id="33" name="!!evs-33"/>
          <p:cNvPicPr>
            <a:picLocks noChangeAspect="1"/>
          </p:cNvPicPr>
          <p:nvPr/>
        </p:nvPicPr>
        <p:blipFill>
          <a:blip r:embed="rId3">
            <a:alphaModFix amt="38000"/>
          </a:blip>
          <a:stretch/>
        </p:blipFill>
        <p:spPr>
          <a:xfrm>
            <a:off x="828675" y="2266950"/>
            <a:ext cx="381000" cy="381000"/>
          </a:xfrm>
          <a:prstGeom prst="rect">
            <a:avLst/>
          </a:prstGeom>
        </p:spPr>
      </p:pic>
      <p:sp>
        <p:nvSpPr>
          <p:cNvPr id="34" name="!!evs-34">
            <a:extLst>
              <a:ext uri="{FF2B5EF4-FFF2-40B4-BE49-F238E27FC236}">
                <a16:creationId xmlns:a16="http://schemas.microsoft.com/office/drawing/2014/main" id="{BB7D28C4-885C-43E6-8DA1-6CD319B97023}"/>
              </a:ext>
            </a:extLst>
          </p:cNvPr>
          <p:cNvSpPr>
            <a:spLocks noGrp="1"/>
          </p:cNvSpPr>
          <p:nvPr/>
        </p:nvSpPr>
        <p:spPr>
          <a:xfrm>
            <a:off x="3429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ACQUIRE</a:t>
            </a:r>
          </a:p>
        </p:txBody>
      </p:sp>
      <p:sp>
        <p:nvSpPr>
          <p:cNvPr id="35" name="!!evs-35">
            <a:extLst>
              <a:ext uri="{FF2B5EF4-FFF2-40B4-BE49-F238E27FC236}">
                <a16:creationId xmlns:a16="http://schemas.microsoft.com/office/drawing/2014/main" id="{D54A1786-15F2-4BE5-BA52-FBDFCAB5B5CC}"/>
              </a:ext>
            </a:extLst>
          </p:cNvPr>
          <p:cNvSpPr>
            <a:spLocks noGrp="1"/>
          </p:cNvSpPr>
          <p:nvPr/>
        </p:nvSpPr>
        <p:spPr>
          <a:xfrm>
            <a:off x="3810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Agency + field feeds</a:t>
            </a:r>
          </a:p>
        </p:txBody>
      </p:sp>
      <p:sp>
        <p:nvSpPr>
          <p:cNvPr id="36" name="!!evs-36">
            <a:extLst>
              <a:ext uri="{FF2B5EF4-FFF2-40B4-BE49-F238E27FC236}">
                <a16:creationId xmlns:a16="http://schemas.microsoft.com/office/drawing/2014/main" id="{47BA7C1D-1FA0-41F0-AF82-CA573CA04DC8}"/>
              </a:ext>
            </a:extLst>
          </p:cNvPr>
          <p:cNvSpPr>
            <a:spLocks noGrp="1"/>
          </p:cNvSpPr>
          <p:nvPr/>
        </p:nvSpPr>
        <p:spPr>
          <a:xfrm>
            <a:off x="17430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7" name="!!evs-37">
            <a:extLst>
              <a:ext uri="{FF2B5EF4-FFF2-40B4-BE49-F238E27FC236}">
                <a16:creationId xmlns:a16="http://schemas.microsoft.com/office/drawing/2014/main" id="{1F8070E3-C562-4719-8608-C5DD3AF0CAE3}"/>
              </a:ext>
            </a:extLst>
          </p:cNvPr>
          <p:cNvSpPr>
            <a:spLocks noGrp="1"/>
          </p:cNvSpPr>
          <p:nvPr/>
        </p:nvSpPr>
        <p:spPr>
          <a:xfrm>
            <a:off x="16954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38" name="!!evs-38">
            <a:extLst>
              <a:ext uri="{FF2B5EF4-FFF2-40B4-BE49-F238E27FC236}">
                <a16:creationId xmlns:a16="http://schemas.microsoft.com/office/drawing/2014/main" id="{CA358604-4851-48BF-94D9-F84AEED215A2}"/>
              </a:ext>
            </a:extLst>
          </p:cNvPr>
          <p:cNvSpPr>
            <a:spLocks noGrp="1"/>
          </p:cNvSpPr>
          <p:nvPr/>
        </p:nvSpPr>
        <p:spPr>
          <a:xfrm>
            <a:off x="23431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9" name="!!evs-39">
            <a:extLst>
              <a:ext uri="{FF2B5EF4-FFF2-40B4-BE49-F238E27FC236}">
                <a16:creationId xmlns:a16="http://schemas.microsoft.com/office/drawing/2014/main" id="{8E66C420-89DB-47F8-A294-948B4DFAC178}"/>
              </a:ext>
            </a:extLst>
          </p:cNvPr>
          <p:cNvSpPr>
            <a:spLocks noGrp="1"/>
          </p:cNvSpPr>
          <p:nvPr/>
        </p:nvSpPr>
        <p:spPr>
          <a:xfrm>
            <a:off x="23431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pic>
        <p:nvPicPr>
          <p:cNvPr id="40" name="!!evs-40"/>
          <p:cNvPicPr>
            <a:picLocks noChangeAspect="1"/>
          </p:cNvPicPr>
          <p:nvPr/>
        </p:nvPicPr>
        <p:blipFill>
          <a:blip r:embed="rId4">
            <a:alphaModFix amt="38000"/>
          </a:blip>
          <a:stretch/>
        </p:blipFill>
        <p:spPr>
          <a:xfrm>
            <a:off x="2314575" y="2266950"/>
            <a:ext cx="381000" cy="381000"/>
          </a:xfrm>
          <a:prstGeom prst="rect">
            <a:avLst/>
          </a:prstGeom>
        </p:spPr>
      </p:pic>
      <p:sp>
        <p:nvSpPr>
          <p:cNvPr id="41" name="!!evs-41">
            <a:extLst>
              <a:ext uri="{FF2B5EF4-FFF2-40B4-BE49-F238E27FC236}">
                <a16:creationId xmlns:a16="http://schemas.microsoft.com/office/drawing/2014/main" id="{CCDDABA5-E0F5-4162-8E33-0130E1F1B460}"/>
              </a:ext>
            </a:extLst>
          </p:cNvPr>
          <p:cNvSpPr>
            <a:spLocks noGrp="1"/>
          </p:cNvSpPr>
          <p:nvPr/>
        </p:nvSpPr>
        <p:spPr>
          <a:xfrm>
            <a:off x="18288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MANAGE</a:t>
            </a:r>
          </a:p>
        </p:txBody>
      </p:sp>
      <p:sp>
        <p:nvSpPr>
          <p:cNvPr id="42" name="!!evs-42">
            <a:extLst>
              <a:ext uri="{FF2B5EF4-FFF2-40B4-BE49-F238E27FC236}">
                <a16:creationId xmlns:a16="http://schemas.microsoft.com/office/drawing/2014/main" id="{870CFA1D-8E04-4401-AAD3-2977807267A9}"/>
              </a:ext>
            </a:extLst>
          </p:cNvPr>
          <p:cNvSpPr>
            <a:spLocks noGrp="1"/>
          </p:cNvSpPr>
          <p:nvPr/>
        </p:nvSpPr>
        <p:spPr>
          <a:xfrm>
            <a:off x="18669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IDs • rights • verification</a:t>
            </a:r>
          </a:p>
        </p:txBody>
      </p:sp>
      <p:sp>
        <p:nvSpPr>
          <p:cNvPr id="43" name="!!evs-43">
            <a:extLst>
              <a:ext uri="{FF2B5EF4-FFF2-40B4-BE49-F238E27FC236}">
                <a16:creationId xmlns:a16="http://schemas.microsoft.com/office/drawing/2014/main" id="{ECF519D7-737B-40C4-8C19-2425DC183974}"/>
              </a:ext>
            </a:extLst>
          </p:cNvPr>
          <p:cNvSpPr>
            <a:spLocks noGrp="1"/>
          </p:cNvSpPr>
          <p:nvPr/>
        </p:nvSpPr>
        <p:spPr>
          <a:xfrm>
            <a:off x="32289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4" name="!!evs-44">
            <a:extLst>
              <a:ext uri="{FF2B5EF4-FFF2-40B4-BE49-F238E27FC236}">
                <a16:creationId xmlns:a16="http://schemas.microsoft.com/office/drawing/2014/main" id="{1FF76AD1-C273-445C-8113-9B176818EC9B}"/>
              </a:ext>
            </a:extLst>
          </p:cNvPr>
          <p:cNvSpPr>
            <a:spLocks noGrp="1"/>
          </p:cNvSpPr>
          <p:nvPr/>
        </p:nvSpPr>
        <p:spPr>
          <a:xfrm>
            <a:off x="31813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45" name="!!evs-45">
            <a:extLst>
              <a:ext uri="{FF2B5EF4-FFF2-40B4-BE49-F238E27FC236}">
                <a16:creationId xmlns:a16="http://schemas.microsoft.com/office/drawing/2014/main" id="{FF8E7A6C-95C8-4FC6-B3D7-D6EB10C059E4}"/>
              </a:ext>
            </a:extLst>
          </p:cNvPr>
          <p:cNvSpPr>
            <a:spLocks noGrp="1"/>
          </p:cNvSpPr>
          <p:nvPr/>
        </p:nvSpPr>
        <p:spPr>
          <a:xfrm>
            <a:off x="38290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6" name="!!evs-46">
            <a:extLst>
              <a:ext uri="{FF2B5EF4-FFF2-40B4-BE49-F238E27FC236}">
                <a16:creationId xmlns:a16="http://schemas.microsoft.com/office/drawing/2014/main" id="{14B92156-D60C-4970-86D9-C0A039AD03EA}"/>
              </a:ext>
            </a:extLst>
          </p:cNvPr>
          <p:cNvSpPr>
            <a:spLocks noGrp="1"/>
          </p:cNvSpPr>
          <p:nvPr/>
        </p:nvSpPr>
        <p:spPr>
          <a:xfrm>
            <a:off x="38290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pic>
        <p:nvPicPr>
          <p:cNvPr id="47" name="!!evs-47"/>
          <p:cNvPicPr>
            <a:picLocks noChangeAspect="1"/>
          </p:cNvPicPr>
          <p:nvPr/>
        </p:nvPicPr>
        <p:blipFill>
          <a:blip r:embed="rId5">
            <a:alphaModFix amt="38000"/>
          </a:blip>
          <a:stretch/>
        </p:blipFill>
        <p:spPr>
          <a:xfrm>
            <a:off x="3800475" y="2266950"/>
            <a:ext cx="381000" cy="381000"/>
          </a:xfrm>
          <a:prstGeom prst="rect">
            <a:avLst/>
          </a:prstGeom>
        </p:spPr>
      </p:pic>
      <p:sp>
        <p:nvSpPr>
          <p:cNvPr id="48" name="!!evs-48">
            <a:extLst>
              <a:ext uri="{FF2B5EF4-FFF2-40B4-BE49-F238E27FC236}">
                <a16:creationId xmlns:a16="http://schemas.microsoft.com/office/drawing/2014/main" id="{D970A5C3-2204-4DB5-81BC-602A5D54C700}"/>
              </a:ext>
            </a:extLst>
          </p:cNvPr>
          <p:cNvSpPr>
            <a:spLocks noGrp="1"/>
          </p:cNvSpPr>
          <p:nvPr/>
        </p:nvSpPr>
        <p:spPr>
          <a:xfrm>
            <a:off x="33147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DISCOVER</a:t>
            </a:r>
          </a:p>
        </p:txBody>
      </p:sp>
      <p:sp>
        <p:nvSpPr>
          <p:cNvPr id="49" name="!!evs-49">
            <a:extLst>
              <a:ext uri="{FF2B5EF4-FFF2-40B4-BE49-F238E27FC236}">
                <a16:creationId xmlns:a16="http://schemas.microsoft.com/office/drawing/2014/main" id="{74CA5162-9CC4-4954-9EAB-A1BF05A4755E}"/>
              </a:ext>
            </a:extLst>
          </p:cNvPr>
          <p:cNvSpPr>
            <a:spLocks noGrp="1"/>
          </p:cNvSpPr>
          <p:nvPr/>
        </p:nvSpPr>
        <p:spPr>
          <a:xfrm>
            <a:off x="33528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681"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Browse • search • archive</a:t>
            </a:r>
          </a:p>
        </p:txBody>
      </p:sp>
      <p:sp>
        <p:nvSpPr>
          <p:cNvPr id="50" name="!!evs-50">
            <a:extLst>
              <a:ext uri="{FF2B5EF4-FFF2-40B4-BE49-F238E27FC236}">
                <a16:creationId xmlns:a16="http://schemas.microsoft.com/office/drawing/2014/main" id="{354E84AC-3A46-40B3-B616-71EE602F7BE4}"/>
              </a:ext>
            </a:extLst>
          </p:cNvPr>
          <p:cNvSpPr>
            <a:spLocks noGrp="1"/>
          </p:cNvSpPr>
          <p:nvPr/>
        </p:nvSpPr>
        <p:spPr>
          <a:xfrm>
            <a:off x="47148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1" name="!!evs-51">
            <a:extLst>
              <a:ext uri="{FF2B5EF4-FFF2-40B4-BE49-F238E27FC236}">
                <a16:creationId xmlns:a16="http://schemas.microsoft.com/office/drawing/2014/main" id="{BD78408E-8202-42F3-8A3B-0459F6167A64}"/>
              </a:ext>
            </a:extLst>
          </p:cNvPr>
          <p:cNvSpPr>
            <a:spLocks noGrp="1"/>
          </p:cNvSpPr>
          <p:nvPr/>
        </p:nvSpPr>
        <p:spPr>
          <a:xfrm>
            <a:off x="46672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52" name="!!evs-52">
            <a:extLst>
              <a:ext uri="{FF2B5EF4-FFF2-40B4-BE49-F238E27FC236}">
                <a16:creationId xmlns:a16="http://schemas.microsoft.com/office/drawing/2014/main" id="{560FA54A-32F6-4287-A880-738AE8C1A8DF}"/>
              </a:ext>
            </a:extLst>
          </p:cNvPr>
          <p:cNvSpPr>
            <a:spLocks noGrp="1"/>
          </p:cNvSpPr>
          <p:nvPr/>
        </p:nvSpPr>
        <p:spPr>
          <a:xfrm>
            <a:off x="53149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3" name="!!evs-53">
            <a:extLst>
              <a:ext uri="{FF2B5EF4-FFF2-40B4-BE49-F238E27FC236}">
                <a16:creationId xmlns:a16="http://schemas.microsoft.com/office/drawing/2014/main" id="{15EBE860-92BD-46AB-AC79-3CE674E79315}"/>
              </a:ext>
            </a:extLst>
          </p:cNvPr>
          <p:cNvSpPr>
            <a:spLocks noGrp="1"/>
          </p:cNvSpPr>
          <p:nvPr/>
        </p:nvSpPr>
        <p:spPr>
          <a:xfrm>
            <a:off x="53149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pic>
        <p:nvPicPr>
          <p:cNvPr id="54" name="!!evs-54"/>
          <p:cNvPicPr>
            <a:picLocks noChangeAspect="1"/>
          </p:cNvPicPr>
          <p:nvPr/>
        </p:nvPicPr>
        <p:blipFill>
          <a:blip r:embed="rId6">
            <a:alphaModFix amt="38000"/>
          </a:blip>
          <a:stretch/>
        </p:blipFill>
        <p:spPr>
          <a:xfrm>
            <a:off x="5286375" y="2266950"/>
            <a:ext cx="381000" cy="381000"/>
          </a:xfrm>
          <a:prstGeom prst="rect">
            <a:avLst/>
          </a:prstGeom>
        </p:spPr>
      </p:pic>
      <p:sp>
        <p:nvSpPr>
          <p:cNvPr id="55" name="!!evs-55">
            <a:extLst>
              <a:ext uri="{FF2B5EF4-FFF2-40B4-BE49-F238E27FC236}">
                <a16:creationId xmlns:a16="http://schemas.microsoft.com/office/drawing/2014/main" id="{BAC3CF60-05BB-4CDE-A37D-749093B76809}"/>
              </a:ext>
            </a:extLst>
          </p:cNvPr>
          <p:cNvSpPr>
            <a:spLocks noGrp="1"/>
          </p:cNvSpPr>
          <p:nvPr/>
        </p:nvSpPr>
        <p:spPr>
          <a:xfrm>
            <a:off x="48006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CREATE</a:t>
            </a:r>
          </a:p>
        </p:txBody>
      </p:sp>
      <p:sp>
        <p:nvSpPr>
          <p:cNvPr id="56" name="!!evs-56">
            <a:extLst>
              <a:ext uri="{FF2B5EF4-FFF2-40B4-BE49-F238E27FC236}">
                <a16:creationId xmlns:a16="http://schemas.microsoft.com/office/drawing/2014/main" id="{5F06D6D3-C72D-4A46-A5FD-72B86FE37B3D}"/>
              </a:ext>
            </a:extLst>
          </p:cNvPr>
          <p:cNvSpPr>
            <a:spLocks noGrp="1"/>
          </p:cNvSpPr>
          <p:nvPr/>
        </p:nvSpPr>
        <p:spPr>
          <a:xfrm>
            <a:off x="48387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Fast-turn clips + edits</a:t>
            </a:r>
          </a:p>
        </p:txBody>
      </p:sp>
      <p:sp>
        <p:nvSpPr>
          <p:cNvPr id="57" name="!!evs-57">
            <a:extLst>
              <a:ext uri="{FF2B5EF4-FFF2-40B4-BE49-F238E27FC236}">
                <a16:creationId xmlns:a16="http://schemas.microsoft.com/office/drawing/2014/main" id="{10883198-CAF9-4058-8B32-EE9A2975D160}"/>
              </a:ext>
            </a:extLst>
          </p:cNvPr>
          <p:cNvSpPr>
            <a:spLocks noGrp="1"/>
          </p:cNvSpPr>
          <p:nvPr/>
        </p:nvSpPr>
        <p:spPr>
          <a:xfrm>
            <a:off x="62007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8" name="!!evs-58">
            <a:extLst>
              <a:ext uri="{FF2B5EF4-FFF2-40B4-BE49-F238E27FC236}">
                <a16:creationId xmlns:a16="http://schemas.microsoft.com/office/drawing/2014/main" id="{F91C721F-9EC8-4350-881C-ECD94A1460E9}"/>
              </a:ext>
            </a:extLst>
          </p:cNvPr>
          <p:cNvSpPr>
            <a:spLocks noGrp="1"/>
          </p:cNvSpPr>
          <p:nvPr/>
        </p:nvSpPr>
        <p:spPr>
          <a:xfrm>
            <a:off x="61531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59" name="!!evs-59">
            <a:extLst>
              <a:ext uri="{FF2B5EF4-FFF2-40B4-BE49-F238E27FC236}">
                <a16:creationId xmlns:a16="http://schemas.microsoft.com/office/drawing/2014/main" id="{0BD1D863-CD98-4BC4-83F2-5D8604CD4EF7}"/>
              </a:ext>
            </a:extLst>
          </p:cNvPr>
          <p:cNvSpPr>
            <a:spLocks noGrp="1"/>
          </p:cNvSpPr>
          <p:nvPr/>
        </p:nvSpPr>
        <p:spPr>
          <a:xfrm>
            <a:off x="6749034" y="1846034"/>
            <a:ext cx="427482" cy="427482"/>
          </a:xfrm>
          <a:prstGeom prst="ellipse">
            <a:avLst/>
          </a:prstGeom>
          <a:solidFill>
            <a:srgbClr val="041522"/>
          </a:solidFill>
          <a:ln w="33020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0" name="!!evs-60">
            <a:extLst>
              <a:ext uri="{FF2B5EF4-FFF2-40B4-BE49-F238E27FC236}">
                <a16:creationId xmlns:a16="http://schemas.microsoft.com/office/drawing/2014/main" id="{8A7CD8CF-D055-474C-B37B-73881EDCF42D}"/>
              </a:ext>
            </a:extLst>
          </p:cNvPr>
          <p:cNvSpPr>
            <a:spLocks noGrp="1"/>
          </p:cNvSpPr>
          <p:nvPr/>
        </p:nvSpPr>
        <p:spPr>
          <a:xfrm>
            <a:off x="6749034" y="1860131"/>
            <a:ext cx="427482" cy="3897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pic>
        <p:nvPicPr>
          <p:cNvPr id="61" name="!!evs-61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6705600" y="2270275"/>
            <a:ext cx="514350" cy="514350"/>
          </a:xfrm>
          <a:prstGeom prst="rect">
            <a:avLst/>
          </a:prstGeom>
        </p:spPr>
      </p:pic>
      <p:sp>
        <p:nvSpPr>
          <p:cNvPr id="62" name="!!evs-62">
            <a:extLst>
              <a:ext uri="{FF2B5EF4-FFF2-40B4-BE49-F238E27FC236}">
                <a16:creationId xmlns:a16="http://schemas.microsoft.com/office/drawing/2014/main" id="{8F2525E9-80A5-49BF-AD21-471BDAA4739A}"/>
              </a:ext>
            </a:extLst>
          </p:cNvPr>
          <p:cNvSpPr>
            <a:spLocks noGrp="1"/>
          </p:cNvSpPr>
          <p:nvPr/>
        </p:nvSpPr>
        <p:spPr>
          <a:xfrm>
            <a:off x="62865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97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COLLABORATE</a:t>
            </a:r>
          </a:p>
        </p:txBody>
      </p:sp>
      <p:sp>
        <p:nvSpPr>
          <p:cNvPr id="63" name="!!evs-63">
            <a:extLst>
              <a:ext uri="{FF2B5EF4-FFF2-40B4-BE49-F238E27FC236}">
                <a16:creationId xmlns:a16="http://schemas.microsoft.com/office/drawing/2014/main" id="{E36A47E3-2F58-4AD8-8713-172646A72155}"/>
              </a:ext>
            </a:extLst>
          </p:cNvPr>
          <p:cNvSpPr>
            <a:spLocks noGrp="1"/>
          </p:cNvSpPr>
          <p:nvPr/>
        </p:nvSpPr>
        <p:spPr>
          <a:xfrm>
            <a:off x="63246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681"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DDF5FF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DDF5FF"/>
                </a:solidFill>
                <a:latin typeface="Aptos"/>
                <a:ea typeface="Aptos"/>
                <a:cs typeface="Aptos"/>
              </a:rPr>
              <a:t>Rundown • approvals • status</a:t>
            </a:r>
          </a:p>
        </p:txBody>
      </p:sp>
      <p:sp>
        <p:nvSpPr>
          <p:cNvPr id="64" name="!!evs-64">
            <a:extLst>
              <a:ext uri="{FF2B5EF4-FFF2-40B4-BE49-F238E27FC236}">
                <a16:creationId xmlns:a16="http://schemas.microsoft.com/office/drawing/2014/main" id="{AEF3FC3D-94E7-4D10-9647-5041BEFD47D1}"/>
              </a:ext>
            </a:extLst>
          </p:cNvPr>
          <p:cNvSpPr>
            <a:spLocks noGrp="1"/>
          </p:cNvSpPr>
          <p:nvPr/>
        </p:nvSpPr>
        <p:spPr>
          <a:xfrm>
            <a:off x="76866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5" name="!!evs-65">
            <a:extLst>
              <a:ext uri="{FF2B5EF4-FFF2-40B4-BE49-F238E27FC236}">
                <a16:creationId xmlns:a16="http://schemas.microsoft.com/office/drawing/2014/main" id="{B886F13F-5C88-4943-A01B-C6A67FA3E5F4}"/>
              </a:ext>
            </a:extLst>
          </p:cNvPr>
          <p:cNvSpPr>
            <a:spLocks noGrp="1"/>
          </p:cNvSpPr>
          <p:nvPr/>
        </p:nvSpPr>
        <p:spPr>
          <a:xfrm>
            <a:off x="76390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66" name="!!evs-66">
            <a:extLst>
              <a:ext uri="{FF2B5EF4-FFF2-40B4-BE49-F238E27FC236}">
                <a16:creationId xmlns:a16="http://schemas.microsoft.com/office/drawing/2014/main" id="{087824FA-B3D0-4C31-BB76-3C723980F095}"/>
              </a:ext>
            </a:extLst>
          </p:cNvPr>
          <p:cNvSpPr>
            <a:spLocks noGrp="1"/>
          </p:cNvSpPr>
          <p:nvPr/>
        </p:nvSpPr>
        <p:spPr>
          <a:xfrm>
            <a:off x="82867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7" name="!!evs-67">
            <a:extLst>
              <a:ext uri="{FF2B5EF4-FFF2-40B4-BE49-F238E27FC236}">
                <a16:creationId xmlns:a16="http://schemas.microsoft.com/office/drawing/2014/main" id="{C41E1F2F-B7AD-4175-897D-1FF8060706E5}"/>
              </a:ext>
            </a:extLst>
          </p:cNvPr>
          <p:cNvSpPr>
            <a:spLocks noGrp="1"/>
          </p:cNvSpPr>
          <p:nvPr/>
        </p:nvSpPr>
        <p:spPr>
          <a:xfrm>
            <a:off x="82867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pic>
        <p:nvPicPr>
          <p:cNvPr id="68" name="!!evs-68"/>
          <p:cNvPicPr>
            <a:picLocks noChangeAspect="1"/>
          </p:cNvPicPr>
          <p:nvPr/>
        </p:nvPicPr>
        <p:blipFill>
          <a:blip r:embed="rId8">
            <a:alphaModFix amt="38000"/>
          </a:blip>
          <a:stretch/>
        </p:blipFill>
        <p:spPr>
          <a:xfrm>
            <a:off x="8258175" y="2266950"/>
            <a:ext cx="381000" cy="381000"/>
          </a:xfrm>
          <a:prstGeom prst="rect">
            <a:avLst/>
          </a:prstGeom>
        </p:spPr>
      </p:pic>
      <p:sp>
        <p:nvSpPr>
          <p:cNvPr id="69" name="!!evs-69">
            <a:extLst>
              <a:ext uri="{FF2B5EF4-FFF2-40B4-BE49-F238E27FC236}">
                <a16:creationId xmlns:a16="http://schemas.microsoft.com/office/drawing/2014/main" id="{99F95D8A-DAD1-47EE-BF12-8962197F2B3E}"/>
              </a:ext>
            </a:extLst>
          </p:cNvPr>
          <p:cNvSpPr>
            <a:spLocks noGrp="1"/>
          </p:cNvSpPr>
          <p:nvPr/>
        </p:nvSpPr>
        <p:spPr>
          <a:xfrm>
            <a:off x="77724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ENRICH</a:t>
            </a:r>
          </a:p>
        </p:txBody>
      </p:sp>
      <p:sp>
        <p:nvSpPr>
          <p:cNvPr id="70" name="!!evs-70">
            <a:extLst>
              <a:ext uri="{FF2B5EF4-FFF2-40B4-BE49-F238E27FC236}">
                <a16:creationId xmlns:a16="http://schemas.microsoft.com/office/drawing/2014/main" id="{CA89AC6B-410B-441E-8561-D0511D7AC054}"/>
              </a:ext>
            </a:extLst>
          </p:cNvPr>
          <p:cNvSpPr>
            <a:spLocks noGrp="1"/>
          </p:cNvSpPr>
          <p:nvPr/>
        </p:nvSpPr>
        <p:spPr>
          <a:xfrm>
            <a:off x="78105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681"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Graphics • captions • automation</a:t>
            </a:r>
          </a:p>
        </p:txBody>
      </p:sp>
      <p:sp>
        <p:nvSpPr>
          <p:cNvPr id="71" name="!!evs-71">
            <a:extLst>
              <a:ext uri="{FF2B5EF4-FFF2-40B4-BE49-F238E27FC236}">
                <a16:creationId xmlns:a16="http://schemas.microsoft.com/office/drawing/2014/main" id="{3969CE09-7356-4DD9-99A1-9CC15041CE1A}"/>
              </a:ext>
            </a:extLst>
          </p:cNvPr>
          <p:cNvSpPr>
            <a:spLocks noGrp="1"/>
          </p:cNvSpPr>
          <p:nvPr/>
        </p:nvSpPr>
        <p:spPr>
          <a:xfrm>
            <a:off x="91725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2" name="!!evs-72">
            <a:extLst>
              <a:ext uri="{FF2B5EF4-FFF2-40B4-BE49-F238E27FC236}">
                <a16:creationId xmlns:a16="http://schemas.microsoft.com/office/drawing/2014/main" id="{1F0A3DDF-1FE6-4C42-8E83-C5778A02ADCB}"/>
              </a:ext>
            </a:extLst>
          </p:cNvPr>
          <p:cNvSpPr>
            <a:spLocks noGrp="1"/>
          </p:cNvSpPr>
          <p:nvPr/>
        </p:nvSpPr>
        <p:spPr>
          <a:xfrm>
            <a:off x="91249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73" name="!!evs-73">
            <a:extLst>
              <a:ext uri="{FF2B5EF4-FFF2-40B4-BE49-F238E27FC236}">
                <a16:creationId xmlns:a16="http://schemas.microsoft.com/office/drawing/2014/main" id="{E3A13548-8DEC-4242-A4C4-807BC8AA539D}"/>
              </a:ext>
            </a:extLst>
          </p:cNvPr>
          <p:cNvSpPr>
            <a:spLocks noGrp="1"/>
          </p:cNvSpPr>
          <p:nvPr/>
        </p:nvSpPr>
        <p:spPr>
          <a:xfrm>
            <a:off x="97726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4" name="!!evs-74">
            <a:extLst>
              <a:ext uri="{FF2B5EF4-FFF2-40B4-BE49-F238E27FC236}">
                <a16:creationId xmlns:a16="http://schemas.microsoft.com/office/drawing/2014/main" id="{76479C2D-43B9-4420-9187-9F75D04020B2}"/>
              </a:ext>
            </a:extLst>
          </p:cNvPr>
          <p:cNvSpPr>
            <a:spLocks noGrp="1"/>
          </p:cNvSpPr>
          <p:nvPr/>
        </p:nvSpPr>
        <p:spPr>
          <a:xfrm>
            <a:off x="97726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7</a:t>
            </a:r>
          </a:p>
        </p:txBody>
      </p:sp>
      <p:pic>
        <p:nvPicPr>
          <p:cNvPr id="75" name="!!evs-75"/>
          <p:cNvPicPr>
            <a:picLocks noChangeAspect="1"/>
          </p:cNvPicPr>
          <p:nvPr/>
        </p:nvPicPr>
        <p:blipFill>
          <a:blip r:embed="rId9">
            <a:alphaModFix amt="38000"/>
          </a:blip>
          <a:stretch/>
        </p:blipFill>
        <p:spPr>
          <a:xfrm>
            <a:off x="9744075" y="2266950"/>
            <a:ext cx="381000" cy="381000"/>
          </a:xfrm>
          <a:prstGeom prst="rect">
            <a:avLst/>
          </a:prstGeom>
        </p:spPr>
      </p:pic>
      <p:sp>
        <p:nvSpPr>
          <p:cNvPr id="76" name="!!evs-76">
            <a:extLst>
              <a:ext uri="{FF2B5EF4-FFF2-40B4-BE49-F238E27FC236}">
                <a16:creationId xmlns:a16="http://schemas.microsoft.com/office/drawing/2014/main" id="{C9042E39-6F9F-4DE7-A582-3D04CDF71F1A}"/>
              </a:ext>
            </a:extLst>
          </p:cNvPr>
          <p:cNvSpPr>
            <a:spLocks noGrp="1"/>
          </p:cNvSpPr>
          <p:nvPr/>
        </p:nvSpPr>
        <p:spPr>
          <a:xfrm>
            <a:off x="92583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DELIVER</a:t>
            </a:r>
          </a:p>
        </p:txBody>
      </p:sp>
      <p:sp>
        <p:nvSpPr>
          <p:cNvPr id="77" name="!!evs-77">
            <a:extLst>
              <a:ext uri="{FF2B5EF4-FFF2-40B4-BE49-F238E27FC236}">
                <a16:creationId xmlns:a16="http://schemas.microsoft.com/office/drawing/2014/main" id="{064CD8C8-B6C2-4D55-B6C9-EB09B8C760F4}"/>
              </a:ext>
            </a:extLst>
          </p:cNvPr>
          <p:cNvSpPr>
            <a:spLocks noGrp="1"/>
          </p:cNvSpPr>
          <p:nvPr/>
        </p:nvSpPr>
        <p:spPr>
          <a:xfrm>
            <a:off x="92964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Broadcast • web • social</a:t>
            </a:r>
          </a:p>
        </p:txBody>
      </p:sp>
      <p:sp>
        <p:nvSpPr>
          <p:cNvPr id="78" name="!!evs-78">
            <a:extLst>
              <a:ext uri="{FF2B5EF4-FFF2-40B4-BE49-F238E27FC236}">
                <a16:creationId xmlns:a16="http://schemas.microsoft.com/office/drawing/2014/main" id="{62CB608B-1EAB-4C56-B18B-03A01CC285E5}"/>
              </a:ext>
            </a:extLst>
          </p:cNvPr>
          <p:cNvSpPr>
            <a:spLocks noGrp="1"/>
          </p:cNvSpPr>
          <p:nvPr/>
        </p:nvSpPr>
        <p:spPr>
          <a:xfrm>
            <a:off x="106584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9" name="!!evs-79">
            <a:extLst>
              <a:ext uri="{FF2B5EF4-FFF2-40B4-BE49-F238E27FC236}">
                <a16:creationId xmlns:a16="http://schemas.microsoft.com/office/drawing/2014/main" id="{343A81A5-E901-489A-97D9-B9CD9CBA0678}"/>
              </a:ext>
            </a:extLst>
          </p:cNvPr>
          <p:cNvSpPr>
            <a:spLocks noGrp="1"/>
          </p:cNvSpPr>
          <p:nvPr/>
        </p:nvSpPr>
        <p:spPr>
          <a:xfrm>
            <a:off x="106108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80" name="!!evs-80">
            <a:extLst>
              <a:ext uri="{FF2B5EF4-FFF2-40B4-BE49-F238E27FC236}">
                <a16:creationId xmlns:a16="http://schemas.microsoft.com/office/drawing/2014/main" id="{73C67DA5-5403-454E-BD3D-B576E71A9DD9}"/>
              </a:ext>
            </a:extLst>
          </p:cNvPr>
          <p:cNvSpPr>
            <a:spLocks noGrp="1"/>
          </p:cNvSpPr>
          <p:nvPr/>
        </p:nvSpPr>
        <p:spPr>
          <a:xfrm>
            <a:off x="112585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1" name="!!evs-81">
            <a:extLst>
              <a:ext uri="{FF2B5EF4-FFF2-40B4-BE49-F238E27FC236}">
                <a16:creationId xmlns:a16="http://schemas.microsoft.com/office/drawing/2014/main" id="{CA0A1820-639C-45C0-B6FA-1F18BBC9FBC6}"/>
              </a:ext>
            </a:extLst>
          </p:cNvPr>
          <p:cNvSpPr>
            <a:spLocks noGrp="1"/>
          </p:cNvSpPr>
          <p:nvPr/>
        </p:nvSpPr>
        <p:spPr>
          <a:xfrm>
            <a:off x="112585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8</a:t>
            </a:r>
          </a:p>
        </p:txBody>
      </p:sp>
      <p:pic>
        <p:nvPicPr>
          <p:cNvPr id="82" name="!!evs-82"/>
          <p:cNvPicPr>
            <a:picLocks noChangeAspect="1"/>
          </p:cNvPicPr>
          <p:nvPr/>
        </p:nvPicPr>
        <p:blipFill>
          <a:blip r:embed="rId10">
            <a:alphaModFix amt="38000"/>
          </a:blip>
          <a:stretch/>
        </p:blipFill>
        <p:spPr>
          <a:xfrm>
            <a:off x="11229975" y="2266950"/>
            <a:ext cx="381000" cy="381000"/>
          </a:xfrm>
          <a:prstGeom prst="rect">
            <a:avLst/>
          </a:prstGeom>
        </p:spPr>
      </p:pic>
      <p:sp>
        <p:nvSpPr>
          <p:cNvPr id="83" name="!!evs-83">
            <a:extLst>
              <a:ext uri="{FF2B5EF4-FFF2-40B4-BE49-F238E27FC236}">
                <a16:creationId xmlns:a16="http://schemas.microsoft.com/office/drawing/2014/main" id="{7C11AC9F-D256-4CEB-9612-93079CAAC6BB}"/>
              </a:ext>
            </a:extLst>
          </p:cNvPr>
          <p:cNvSpPr>
            <a:spLocks noGrp="1"/>
          </p:cNvSpPr>
          <p:nvPr/>
        </p:nvSpPr>
        <p:spPr>
          <a:xfrm>
            <a:off x="107442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PROTECT</a:t>
            </a:r>
          </a:p>
        </p:txBody>
      </p:sp>
      <p:sp>
        <p:nvSpPr>
          <p:cNvPr id="84" name="!!evs-84">
            <a:extLst>
              <a:ext uri="{FF2B5EF4-FFF2-40B4-BE49-F238E27FC236}">
                <a16:creationId xmlns:a16="http://schemas.microsoft.com/office/drawing/2014/main" id="{D136EEBC-5EEA-4317-832A-6CDAECB5CA59}"/>
              </a:ext>
            </a:extLst>
          </p:cNvPr>
          <p:cNvSpPr>
            <a:spLocks noGrp="1"/>
          </p:cNvSpPr>
          <p:nvPr/>
        </p:nvSpPr>
        <p:spPr>
          <a:xfrm>
            <a:off x="107823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043"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Permissions • audit • backup</a:t>
            </a:r>
          </a:p>
        </p:txBody>
      </p:sp>
      <p:sp>
        <p:nvSpPr>
          <p:cNvPr id="85" name="!!evs-85">
            <a:extLst>
              <a:ext uri="{FF2B5EF4-FFF2-40B4-BE49-F238E27FC236}">
                <a16:creationId xmlns:a16="http://schemas.microsoft.com/office/drawing/2014/main" id="{E2548952-CC3D-487E-AAEA-D171427089DB}"/>
              </a:ext>
            </a:extLst>
          </p:cNvPr>
          <p:cNvSpPr>
            <a:spLocks noGrp="1"/>
          </p:cNvSpPr>
          <p:nvPr/>
        </p:nvSpPr>
        <p:spPr>
          <a:xfrm>
            <a:off x="638175" y="3705225"/>
            <a:ext cx="10915650" cy="19050"/>
          </a:xfrm>
          <a:prstGeom prst="rect">
            <a:avLst/>
          </a:prstGeom>
          <a:solidFill>
            <a:srgbClr val="238EC0">
              <a:alpha val="7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6" name="!!evs-86">
            <a:extLst>
              <a:ext uri="{FF2B5EF4-FFF2-40B4-BE49-F238E27FC236}">
                <a16:creationId xmlns:a16="http://schemas.microsoft.com/office/drawing/2014/main" id="{E2590127-FE6B-4CD3-A556-424A212AA65A}"/>
              </a:ext>
            </a:extLst>
          </p:cNvPr>
          <p:cNvSpPr>
            <a:spLocks noGrp="1"/>
          </p:cNvSpPr>
          <p:nvPr/>
        </p:nvSpPr>
        <p:spPr>
          <a:xfrm>
            <a:off x="10096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7" name="!!evs-87">
            <a:extLst>
              <a:ext uri="{FF2B5EF4-FFF2-40B4-BE49-F238E27FC236}">
                <a16:creationId xmlns:a16="http://schemas.microsoft.com/office/drawing/2014/main" id="{2EDF0EAD-F3F4-4781-B223-F5A0F98EDD48}"/>
              </a:ext>
            </a:extLst>
          </p:cNvPr>
          <p:cNvSpPr>
            <a:spLocks noGrp="1"/>
          </p:cNvSpPr>
          <p:nvPr/>
        </p:nvSpPr>
        <p:spPr>
          <a:xfrm>
            <a:off x="9810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8" name="!!evs-88">
            <a:extLst>
              <a:ext uri="{FF2B5EF4-FFF2-40B4-BE49-F238E27FC236}">
                <a16:creationId xmlns:a16="http://schemas.microsoft.com/office/drawing/2014/main" id="{B75A5305-EB8F-4EB2-894C-2F932DABCDC8}"/>
              </a:ext>
            </a:extLst>
          </p:cNvPr>
          <p:cNvSpPr>
            <a:spLocks noGrp="1"/>
          </p:cNvSpPr>
          <p:nvPr/>
        </p:nvSpPr>
        <p:spPr>
          <a:xfrm>
            <a:off x="24955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9" name="!!evs-89">
            <a:extLst>
              <a:ext uri="{FF2B5EF4-FFF2-40B4-BE49-F238E27FC236}">
                <a16:creationId xmlns:a16="http://schemas.microsoft.com/office/drawing/2014/main" id="{2539F03D-416B-4279-B6E2-2BB0E2B3B469}"/>
              </a:ext>
            </a:extLst>
          </p:cNvPr>
          <p:cNvSpPr>
            <a:spLocks noGrp="1"/>
          </p:cNvSpPr>
          <p:nvPr/>
        </p:nvSpPr>
        <p:spPr>
          <a:xfrm>
            <a:off x="24669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0" name="!!evs-90">
            <a:extLst>
              <a:ext uri="{FF2B5EF4-FFF2-40B4-BE49-F238E27FC236}">
                <a16:creationId xmlns:a16="http://schemas.microsoft.com/office/drawing/2014/main" id="{BBB6EDAA-42FB-4444-8C07-C600DB2CC18D}"/>
              </a:ext>
            </a:extLst>
          </p:cNvPr>
          <p:cNvSpPr>
            <a:spLocks noGrp="1"/>
          </p:cNvSpPr>
          <p:nvPr/>
        </p:nvSpPr>
        <p:spPr>
          <a:xfrm>
            <a:off x="39814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1" name="!!evs-91">
            <a:extLst>
              <a:ext uri="{FF2B5EF4-FFF2-40B4-BE49-F238E27FC236}">
                <a16:creationId xmlns:a16="http://schemas.microsoft.com/office/drawing/2014/main" id="{AC63C304-3ECF-4447-9DCC-F7AD54062E4A}"/>
              </a:ext>
            </a:extLst>
          </p:cNvPr>
          <p:cNvSpPr>
            <a:spLocks noGrp="1"/>
          </p:cNvSpPr>
          <p:nvPr/>
        </p:nvSpPr>
        <p:spPr>
          <a:xfrm>
            <a:off x="39528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2" name="!!evs-92">
            <a:extLst>
              <a:ext uri="{FF2B5EF4-FFF2-40B4-BE49-F238E27FC236}">
                <a16:creationId xmlns:a16="http://schemas.microsoft.com/office/drawing/2014/main" id="{EDCB6E99-D008-489B-9EF1-97C0524D21DC}"/>
              </a:ext>
            </a:extLst>
          </p:cNvPr>
          <p:cNvSpPr>
            <a:spLocks noGrp="1"/>
          </p:cNvSpPr>
          <p:nvPr/>
        </p:nvSpPr>
        <p:spPr>
          <a:xfrm>
            <a:off x="54673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3" name="!!evs-93">
            <a:extLst>
              <a:ext uri="{FF2B5EF4-FFF2-40B4-BE49-F238E27FC236}">
                <a16:creationId xmlns:a16="http://schemas.microsoft.com/office/drawing/2014/main" id="{DA5DBB0C-4A51-4B0A-BBE8-86EAB20FEE44}"/>
              </a:ext>
            </a:extLst>
          </p:cNvPr>
          <p:cNvSpPr>
            <a:spLocks noGrp="1"/>
          </p:cNvSpPr>
          <p:nvPr/>
        </p:nvSpPr>
        <p:spPr>
          <a:xfrm>
            <a:off x="54387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4" name="!!evs-94">
            <a:extLst>
              <a:ext uri="{FF2B5EF4-FFF2-40B4-BE49-F238E27FC236}">
                <a16:creationId xmlns:a16="http://schemas.microsoft.com/office/drawing/2014/main" id="{7FD6BFA2-BD1F-4C13-B652-4442CE244047}"/>
              </a:ext>
            </a:extLst>
          </p:cNvPr>
          <p:cNvSpPr>
            <a:spLocks noGrp="1"/>
          </p:cNvSpPr>
          <p:nvPr/>
        </p:nvSpPr>
        <p:spPr>
          <a:xfrm>
            <a:off x="69532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5" name="!!evs-95">
            <a:extLst>
              <a:ext uri="{FF2B5EF4-FFF2-40B4-BE49-F238E27FC236}">
                <a16:creationId xmlns:a16="http://schemas.microsoft.com/office/drawing/2014/main" id="{A2FF0313-9A88-4543-B35A-A12D2B0A87A2}"/>
              </a:ext>
            </a:extLst>
          </p:cNvPr>
          <p:cNvSpPr>
            <a:spLocks noGrp="1"/>
          </p:cNvSpPr>
          <p:nvPr/>
        </p:nvSpPr>
        <p:spPr>
          <a:xfrm>
            <a:off x="69246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6" name="!!evs-96">
            <a:extLst>
              <a:ext uri="{FF2B5EF4-FFF2-40B4-BE49-F238E27FC236}">
                <a16:creationId xmlns:a16="http://schemas.microsoft.com/office/drawing/2014/main" id="{FFFB27CF-E3A6-4074-9DB7-5F84C134A05A}"/>
              </a:ext>
            </a:extLst>
          </p:cNvPr>
          <p:cNvSpPr>
            <a:spLocks noGrp="1"/>
          </p:cNvSpPr>
          <p:nvPr/>
        </p:nvSpPr>
        <p:spPr>
          <a:xfrm>
            <a:off x="84391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7" name="!!evs-97">
            <a:extLst>
              <a:ext uri="{FF2B5EF4-FFF2-40B4-BE49-F238E27FC236}">
                <a16:creationId xmlns:a16="http://schemas.microsoft.com/office/drawing/2014/main" id="{841846A0-6779-40CE-9B76-4694C566937E}"/>
              </a:ext>
            </a:extLst>
          </p:cNvPr>
          <p:cNvSpPr>
            <a:spLocks noGrp="1"/>
          </p:cNvSpPr>
          <p:nvPr/>
        </p:nvSpPr>
        <p:spPr>
          <a:xfrm>
            <a:off x="84105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8" name="!!evs-98">
            <a:extLst>
              <a:ext uri="{FF2B5EF4-FFF2-40B4-BE49-F238E27FC236}">
                <a16:creationId xmlns:a16="http://schemas.microsoft.com/office/drawing/2014/main" id="{BDBD97F4-71D1-4E30-A52A-8AEACA5232EF}"/>
              </a:ext>
            </a:extLst>
          </p:cNvPr>
          <p:cNvSpPr>
            <a:spLocks noGrp="1"/>
          </p:cNvSpPr>
          <p:nvPr/>
        </p:nvSpPr>
        <p:spPr>
          <a:xfrm>
            <a:off x="99250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9" name="!!evs-99">
            <a:extLst>
              <a:ext uri="{FF2B5EF4-FFF2-40B4-BE49-F238E27FC236}">
                <a16:creationId xmlns:a16="http://schemas.microsoft.com/office/drawing/2014/main" id="{146B5E67-EB68-4DFD-86E3-A9D6F05F7247}"/>
              </a:ext>
            </a:extLst>
          </p:cNvPr>
          <p:cNvSpPr>
            <a:spLocks noGrp="1"/>
          </p:cNvSpPr>
          <p:nvPr/>
        </p:nvSpPr>
        <p:spPr>
          <a:xfrm>
            <a:off x="98964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0" name="!!evs-100">
            <a:extLst>
              <a:ext uri="{FF2B5EF4-FFF2-40B4-BE49-F238E27FC236}">
                <a16:creationId xmlns:a16="http://schemas.microsoft.com/office/drawing/2014/main" id="{B4813ED1-2468-4DBA-9310-14152D49AF7A}"/>
              </a:ext>
            </a:extLst>
          </p:cNvPr>
          <p:cNvSpPr>
            <a:spLocks noGrp="1"/>
          </p:cNvSpPr>
          <p:nvPr/>
        </p:nvSpPr>
        <p:spPr>
          <a:xfrm>
            <a:off x="114109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1" name="!!evs-101">
            <a:extLst>
              <a:ext uri="{FF2B5EF4-FFF2-40B4-BE49-F238E27FC236}">
                <a16:creationId xmlns:a16="http://schemas.microsoft.com/office/drawing/2014/main" id="{3CCFFB07-DD31-4E89-97D6-809E0F46BBA5}"/>
              </a:ext>
            </a:extLst>
          </p:cNvPr>
          <p:cNvSpPr>
            <a:spLocks noGrp="1"/>
          </p:cNvSpPr>
          <p:nvPr/>
        </p:nvSpPr>
        <p:spPr>
          <a:xfrm>
            <a:off x="113823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2" name="!!evs-102">
            <a:extLst>
              <a:ext uri="{FF2B5EF4-FFF2-40B4-BE49-F238E27FC236}">
                <a16:creationId xmlns:a16="http://schemas.microsoft.com/office/drawing/2014/main" id="{BCF93FF7-A15D-4F31-A827-003F550A8669}"/>
              </a:ext>
            </a:extLst>
          </p:cNvPr>
          <p:cNvSpPr>
            <a:spLocks noGrp="1"/>
          </p:cNvSpPr>
          <p:nvPr/>
        </p:nvSpPr>
        <p:spPr>
          <a:xfrm>
            <a:off x="400050" y="3905250"/>
            <a:ext cx="11391900" cy="9525"/>
          </a:xfrm>
          <a:prstGeom prst="rect">
            <a:avLst/>
          </a:prstGeom>
          <a:solidFill>
            <a:srgbClr val="58D9FF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3" name="!!evs-103">
            <a:extLst>
              <a:ext uri="{FF2B5EF4-FFF2-40B4-BE49-F238E27FC236}">
                <a16:creationId xmlns:a16="http://schemas.microsoft.com/office/drawing/2014/main" id="{2D7E5887-CE8D-4BAC-93E8-B65EA07C8F03}"/>
              </a:ext>
            </a:extLst>
          </p:cNvPr>
          <p:cNvSpPr>
            <a:spLocks noGrp="1"/>
          </p:cNvSpPr>
          <p:nvPr/>
        </p:nvSpPr>
        <p:spPr>
          <a:xfrm>
            <a:off x="400050" y="4943475"/>
            <a:ext cx="11391900" cy="9525"/>
          </a:xfrm>
          <a:prstGeom prst="rect">
            <a:avLst/>
          </a:prstGeom>
          <a:solidFill>
            <a:srgbClr val="238EC0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4" name="!!evs-104">
            <a:extLst>
              <a:ext uri="{FF2B5EF4-FFF2-40B4-BE49-F238E27FC236}">
                <a16:creationId xmlns:a16="http://schemas.microsoft.com/office/drawing/2014/main" id="{BC4F0EB1-7828-48A9-AFD3-03246BC0E0A8}"/>
              </a:ext>
            </a:extLst>
          </p:cNvPr>
          <p:cNvSpPr>
            <a:spLocks noGrp="1"/>
          </p:cNvSpPr>
          <p:nvPr/>
        </p:nvSpPr>
        <p:spPr>
          <a:xfrm>
            <a:off x="3695700" y="3962400"/>
            <a:ext cx="4800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POWERED BY A UNIFIED MEDIA FOUNDATION</a:t>
            </a:r>
          </a:p>
        </p:txBody>
      </p:sp>
      <p:pic>
        <p:nvPicPr>
          <p:cNvPr id="105" name="!!evs-105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685800" y="4129412"/>
            <a:ext cx="1809750" cy="637526"/>
          </a:xfrm>
          <a:prstGeom prst="rect">
            <a:avLst/>
          </a:prstGeom>
        </p:spPr>
      </p:pic>
      <p:pic>
        <p:nvPicPr>
          <p:cNvPr id="106" name="!!evs-106"/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9658350" y="4122701"/>
            <a:ext cx="1847850" cy="650947"/>
          </a:xfrm>
          <a:prstGeom prst="rect">
            <a:avLst/>
          </a:prstGeom>
        </p:spPr>
      </p:pic>
      <p:sp>
        <p:nvSpPr>
          <p:cNvPr id="107" name="!!evs-107">
            <a:extLst>
              <a:ext uri="{FF2B5EF4-FFF2-40B4-BE49-F238E27FC236}">
                <a16:creationId xmlns:a16="http://schemas.microsoft.com/office/drawing/2014/main" id="{F599F316-9A2A-4C84-AC82-A8EC9F24E75F}"/>
              </a:ext>
            </a:extLst>
          </p:cNvPr>
          <p:cNvSpPr>
            <a:spLocks noGrp="1"/>
          </p:cNvSpPr>
          <p:nvPr/>
        </p:nvSpPr>
        <p:spPr>
          <a:xfrm>
            <a:off x="876300" y="4705350"/>
            <a:ext cx="1447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rPr>
              <a:t>XS-VIA</a:t>
            </a:r>
          </a:p>
        </p:txBody>
      </p:sp>
      <p:sp>
        <p:nvSpPr>
          <p:cNvPr id="108" name="!!evs-108">
            <a:extLst>
              <a:ext uri="{FF2B5EF4-FFF2-40B4-BE49-F238E27FC236}">
                <a16:creationId xmlns:a16="http://schemas.microsoft.com/office/drawing/2014/main" id="{564E3D0D-1B9C-4E72-8F0A-C740A3EF96D2}"/>
              </a:ext>
            </a:extLst>
          </p:cNvPr>
          <p:cNvSpPr>
            <a:spLocks noGrp="1"/>
          </p:cNvSpPr>
          <p:nvPr/>
        </p:nvSpPr>
        <p:spPr>
          <a:xfrm>
            <a:off x="876300" y="4857750"/>
            <a:ext cx="14478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INGEST &amp; PLAYOUT</a:t>
            </a:r>
          </a:p>
        </p:txBody>
      </p:sp>
      <p:sp>
        <p:nvSpPr>
          <p:cNvPr id="109" name="!!evs-109">
            <a:extLst>
              <a:ext uri="{FF2B5EF4-FFF2-40B4-BE49-F238E27FC236}">
                <a16:creationId xmlns:a16="http://schemas.microsoft.com/office/drawing/2014/main" id="{457AD0BA-7CD2-4D95-AA8B-38DDAA41C928}"/>
              </a:ext>
            </a:extLst>
          </p:cNvPr>
          <p:cNvSpPr>
            <a:spLocks noGrp="1"/>
          </p:cNvSpPr>
          <p:nvPr/>
        </p:nvSpPr>
        <p:spPr>
          <a:xfrm>
            <a:off x="9810750" y="4705350"/>
            <a:ext cx="1543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rPr>
              <a:t>XSstore</a:t>
            </a:r>
          </a:p>
        </p:txBody>
      </p:sp>
      <p:sp>
        <p:nvSpPr>
          <p:cNvPr id="110" name="!!evs-110">
            <a:extLst>
              <a:ext uri="{FF2B5EF4-FFF2-40B4-BE49-F238E27FC236}">
                <a16:creationId xmlns:a16="http://schemas.microsoft.com/office/drawing/2014/main" id="{CCB4B253-E05B-4D4B-A656-06469EC530EB}"/>
              </a:ext>
            </a:extLst>
          </p:cNvPr>
          <p:cNvSpPr>
            <a:spLocks noGrp="1"/>
          </p:cNvSpPr>
          <p:nvPr/>
        </p:nvSpPr>
        <p:spPr>
          <a:xfrm>
            <a:off x="9810750" y="4857750"/>
            <a:ext cx="15430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NEARLINE STORAGE</a:t>
            </a:r>
          </a:p>
        </p:txBody>
      </p:sp>
      <p:sp>
        <p:nvSpPr>
          <p:cNvPr id="111" name="!!evs-111">
            <a:extLst>
              <a:ext uri="{FF2B5EF4-FFF2-40B4-BE49-F238E27FC236}">
                <a16:creationId xmlns:a16="http://schemas.microsoft.com/office/drawing/2014/main" id="{5E2F406C-5341-4519-A2DB-F0897099EA73}"/>
              </a:ext>
            </a:extLst>
          </p:cNvPr>
          <p:cNvSpPr>
            <a:spLocks noGrp="1"/>
          </p:cNvSpPr>
          <p:nvPr/>
        </p:nvSpPr>
        <p:spPr>
          <a:xfrm>
            <a:off x="2990850" y="4295775"/>
            <a:ext cx="2905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491"/>
          </a:bodyPr>
          <a:lstStyle/>
          <a:p>
            <a:pPr algn="r">
              <a:lnSpc>
                <a:spcPct val="100000"/>
              </a:lnSpc>
              <a:buNone/>
              <a:def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MediaCeption</a:t>
            </a:r>
          </a:p>
        </p:txBody>
      </p:sp>
      <p:sp>
        <p:nvSpPr>
          <p:cNvPr id="112" name="!!evs-112">
            <a:extLst>
              <a:ext uri="{FF2B5EF4-FFF2-40B4-BE49-F238E27FC236}">
                <a16:creationId xmlns:a16="http://schemas.microsoft.com/office/drawing/2014/main" id="{2DE80D2E-4560-42C4-B83C-EBFE288E3C05}"/>
              </a:ext>
            </a:extLst>
          </p:cNvPr>
          <p:cNvSpPr>
            <a:spLocks noGrp="1"/>
          </p:cNvSpPr>
          <p:nvPr/>
        </p:nvSpPr>
        <p:spPr>
          <a:xfrm>
            <a:off x="5981700" y="4305300"/>
            <a:ext cx="323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7500"/>
          </a:bodyPr>
          <a:lstStyle/>
          <a:p>
            <a:pPr algn="ctr">
              <a:lnSpc>
                <a:spcPct val="100000"/>
              </a:lnSpc>
              <a:buNone/>
              <a:defRPr sz="300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rPr>
              <a:t>+</a:t>
            </a:r>
          </a:p>
        </p:txBody>
      </p:sp>
      <p:sp>
        <p:nvSpPr>
          <p:cNvPr id="113" name="!!evs-113">
            <a:extLst>
              <a:ext uri="{FF2B5EF4-FFF2-40B4-BE49-F238E27FC236}">
                <a16:creationId xmlns:a16="http://schemas.microsoft.com/office/drawing/2014/main" id="{FC0C364D-99D1-4DAC-B63A-C826E4B26D58}"/>
              </a:ext>
            </a:extLst>
          </p:cNvPr>
          <p:cNvSpPr>
            <a:spLocks noGrp="1"/>
          </p:cNvSpPr>
          <p:nvPr/>
        </p:nvSpPr>
        <p:spPr>
          <a:xfrm>
            <a:off x="6381750" y="4295775"/>
            <a:ext cx="2724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491"/>
          </a:bodyPr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VIA MAP</a:t>
            </a:r>
          </a:p>
        </p:txBody>
      </p:sp>
      <p:sp>
        <p:nvSpPr>
          <p:cNvPr id="114" name="!!evs-114">
            <a:extLst>
              <a:ext uri="{FF2B5EF4-FFF2-40B4-BE49-F238E27FC236}">
                <a16:creationId xmlns:a16="http://schemas.microsoft.com/office/drawing/2014/main" id="{853C9AD8-2638-4DBD-B13C-5ED7F708373D}"/>
              </a:ext>
            </a:extLst>
          </p:cNvPr>
          <p:cNvSpPr>
            <a:spLocks noGrp="1"/>
          </p:cNvSpPr>
          <p:nvPr/>
        </p:nvSpPr>
        <p:spPr>
          <a:xfrm>
            <a:off x="4057650" y="4772025"/>
            <a:ext cx="4076700" cy="19050"/>
          </a:xfrm>
          <a:prstGeom prst="rect">
            <a:avLst/>
          </a:prstGeom>
          <a:gradFill>
            <a:gsLst>
              <a:gs pos="0">
                <a:srgbClr val="58D9FF">
                  <a:alpha val="0"/>
                </a:srgbClr>
              </a:gs>
              <a:gs pos="50000">
                <a:srgbClr val="58D9FF"/>
              </a:gs>
              <a:gs pos="100000">
                <a:srgbClr val="58D9FF">
                  <a:alpha val="0"/>
                </a:srgbClr>
              </a:gs>
            </a:gsLst>
            <a:lin ang="5400000"/>
          </a:gra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5" name="!!evs-115">
            <a:extLst>
              <a:ext uri="{FF2B5EF4-FFF2-40B4-BE49-F238E27FC236}">
                <a16:creationId xmlns:a16="http://schemas.microsoft.com/office/drawing/2014/main" id="{A5B217D6-DD14-4180-BFA1-66E2B8D916EF}"/>
              </a:ext>
            </a:extLst>
          </p:cNvPr>
          <p:cNvSpPr>
            <a:spLocks noGrp="1"/>
          </p:cNvSpPr>
          <p:nvPr/>
        </p:nvSpPr>
        <p:spPr>
          <a:xfrm>
            <a:off x="4171950" y="4819650"/>
            <a:ext cx="38481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CONNECTING CONTENT, PEOPLE, POSSIBILITIES</a:t>
            </a:r>
          </a:p>
        </p:txBody>
      </p:sp>
      <p:sp>
        <p:nvSpPr>
          <p:cNvPr id="116" name="!!evs-116">
            <a:extLst>
              <a:ext uri="{FF2B5EF4-FFF2-40B4-BE49-F238E27FC236}">
                <a16:creationId xmlns:a16="http://schemas.microsoft.com/office/drawing/2014/main" id="{2001F073-535A-45C6-B8EB-0105F988647E}"/>
              </a:ext>
            </a:extLst>
          </p:cNvPr>
          <p:cNvSpPr>
            <a:spLocks noGrp="1"/>
          </p:cNvSpPr>
          <p:nvPr/>
        </p:nvSpPr>
        <p:spPr>
          <a:xfrm>
            <a:off x="-1143000" y="6143625"/>
            <a:ext cx="14478000" cy="2857500"/>
          </a:xfrm>
          <a:prstGeom prst="ellipse">
            <a:avLst/>
          </a:prstGeom>
          <a:noFill/>
          <a:ln w="19050">
            <a:solidFill>
              <a:srgbClr val="0B3F5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17" name="!!evs-117"/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1533525" y="5153025"/>
            <a:ext cx="457200" cy="457200"/>
          </a:xfrm>
          <a:prstGeom prst="rect">
            <a:avLst/>
          </a:prstGeom>
        </p:spPr>
      </p:pic>
      <p:sp>
        <p:nvSpPr>
          <p:cNvPr id="118" name="!!evs-118">
            <a:extLst>
              <a:ext uri="{FF2B5EF4-FFF2-40B4-BE49-F238E27FC236}">
                <a16:creationId xmlns:a16="http://schemas.microsoft.com/office/drawing/2014/main" id="{00C747CA-E471-4342-AC0B-5B53B1D85097}"/>
              </a:ext>
            </a:extLst>
          </p:cNvPr>
          <p:cNvSpPr>
            <a:spLocks noGrp="1"/>
          </p:cNvSpPr>
          <p:nvPr/>
        </p:nvSpPr>
        <p:spPr>
          <a:xfrm>
            <a:off x="428625" y="56197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Faster to Air</a:t>
            </a:r>
          </a:p>
        </p:txBody>
      </p:sp>
      <p:sp>
        <p:nvSpPr>
          <p:cNvPr id="119" name="!!evs-119">
            <a:extLst>
              <a:ext uri="{FF2B5EF4-FFF2-40B4-BE49-F238E27FC236}">
                <a16:creationId xmlns:a16="http://schemas.microsoft.com/office/drawing/2014/main" id="{F60C23B0-FA43-4F60-BAFE-3FDDB0E48B2E}"/>
              </a:ext>
            </a:extLst>
          </p:cNvPr>
          <p:cNvSpPr>
            <a:spLocks noGrp="1"/>
          </p:cNvSpPr>
          <p:nvPr/>
        </p:nvSpPr>
        <p:spPr>
          <a:xfrm>
            <a:off x="428625" y="58864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TURN IDEAS INTO IMPACT</a:t>
            </a:r>
          </a:p>
        </p:txBody>
      </p:sp>
      <p:sp>
        <p:nvSpPr>
          <p:cNvPr id="120" name="!!evs-120">
            <a:extLst>
              <a:ext uri="{FF2B5EF4-FFF2-40B4-BE49-F238E27FC236}">
                <a16:creationId xmlns:a16="http://schemas.microsoft.com/office/drawing/2014/main" id="{07978FEB-7BFB-4979-9BF3-CAB5D324E911}"/>
              </a:ext>
            </a:extLst>
          </p:cNvPr>
          <p:cNvSpPr>
            <a:spLocks noGrp="1"/>
          </p:cNvSpPr>
          <p:nvPr/>
        </p:nvSpPr>
        <p:spPr>
          <a:xfrm>
            <a:off x="3219450" y="5219700"/>
            <a:ext cx="9525" cy="790575"/>
          </a:xfrm>
          <a:prstGeom prst="rect">
            <a:avLst/>
          </a:prstGeom>
          <a:solidFill>
            <a:srgbClr val="2B5B72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21" name="!!evs-121"/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4457700" y="5153025"/>
            <a:ext cx="457200" cy="457200"/>
          </a:xfrm>
          <a:prstGeom prst="rect">
            <a:avLst/>
          </a:prstGeom>
        </p:spPr>
      </p:pic>
      <p:sp>
        <p:nvSpPr>
          <p:cNvPr id="122" name="!!evs-122">
            <a:extLst>
              <a:ext uri="{FF2B5EF4-FFF2-40B4-BE49-F238E27FC236}">
                <a16:creationId xmlns:a16="http://schemas.microsoft.com/office/drawing/2014/main" id="{1479DCB8-C84B-448A-83F6-5360ACCCE4B7}"/>
              </a:ext>
            </a:extLst>
          </p:cNvPr>
          <p:cNvSpPr>
            <a:spLocks noGrp="1"/>
          </p:cNvSpPr>
          <p:nvPr/>
        </p:nvSpPr>
        <p:spPr>
          <a:xfrm>
            <a:off x="3352800" y="56197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Metadata Continuity</a:t>
            </a:r>
          </a:p>
        </p:txBody>
      </p:sp>
      <p:sp>
        <p:nvSpPr>
          <p:cNvPr id="123" name="!!evs-123">
            <a:extLst>
              <a:ext uri="{FF2B5EF4-FFF2-40B4-BE49-F238E27FC236}">
                <a16:creationId xmlns:a16="http://schemas.microsoft.com/office/drawing/2014/main" id="{9C98DEC2-5B44-4AE9-A8DE-4F4FF1E6861D}"/>
              </a:ext>
            </a:extLst>
          </p:cNvPr>
          <p:cNvSpPr>
            <a:spLocks noGrp="1"/>
          </p:cNvSpPr>
          <p:nvPr/>
        </p:nvSpPr>
        <p:spPr>
          <a:xfrm>
            <a:off x="3352800" y="58864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CONTEXT TODAY. VALUE TOMORROW.</a:t>
            </a:r>
          </a:p>
        </p:txBody>
      </p:sp>
      <p:sp>
        <p:nvSpPr>
          <p:cNvPr id="124" name="!!evs-124">
            <a:extLst>
              <a:ext uri="{FF2B5EF4-FFF2-40B4-BE49-F238E27FC236}">
                <a16:creationId xmlns:a16="http://schemas.microsoft.com/office/drawing/2014/main" id="{4508C7DF-4C6C-4A4B-8C8D-557F7B27AB6F}"/>
              </a:ext>
            </a:extLst>
          </p:cNvPr>
          <p:cNvSpPr>
            <a:spLocks noGrp="1"/>
          </p:cNvSpPr>
          <p:nvPr/>
        </p:nvSpPr>
        <p:spPr>
          <a:xfrm>
            <a:off x="6143625" y="5219700"/>
            <a:ext cx="9525" cy="790575"/>
          </a:xfrm>
          <a:prstGeom prst="rect">
            <a:avLst/>
          </a:prstGeom>
          <a:solidFill>
            <a:srgbClr val="2B5B72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25" name="!!evs-125"/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7381875" y="5153025"/>
            <a:ext cx="457200" cy="457200"/>
          </a:xfrm>
          <a:prstGeom prst="rect">
            <a:avLst/>
          </a:prstGeom>
        </p:spPr>
      </p:pic>
      <p:sp>
        <p:nvSpPr>
          <p:cNvPr id="126" name="!!evs-126">
            <a:extLst>
              <a:ext uri="{FF2B5EF4-FFF2-40B4-BE49-F238E27FC236}">
                <a16:creationId xmlns:a16="http://schemas.microsoft.com/office/drawing/2014/main" id="{823DEF9F-907C-4AB5-A0E0-6563E845A1A6}"/>
              </a:ext>
            </a:extLst>
          </p:cNvPr>
          <p:cNvSpPr>
            <a:spLocks noGrp="1"/>
          </p:cNvSpPr>
          <p:nvPr/>
        </p:nvSpPr>
        <p:spPr>
          <a:xfrm>
            <a:off x="6276975" y="56197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155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One Source, Multiple Screens</a:t>
            </a:r>
          </a:p>
        </p:txBody>
      </p:sp>
      <p:sp>
        <p:nvSpPr>
          <p:cNvPr id="127" name="!!evs-127">
            <a:extLst>
              <a:ext uri="{FF2B5EF4-FFF2-40B4-BE49-F238E27FC236}">
                <a16:creationId xmlns:a16="http://schemas.microsoft.com/office/drawing/2014/main" id="{56C3C6AE-9A8B-4AF1-B350-04809D48FCFF}"/>
              </a:ext>
            </a:extLst>
          </p:cNvPr>
          <p:cNvSpPr>
            <a:spLocks noGrp="1"/>
          </p:cNvSpPr>
          <p:nvPr/>
        </p:nvSpPr>
        <p:spPr>
          <a:xfrm>
            <a:off x="6276975" y="58864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A GREATER REACH FOR EVERY STORY</a:t>
            </a:r>
          </a:p>
        </p:txBody>
      </p:sp>
      <p:sp>
        <p:nvSpPr>
          <p:cNvPr id="128" name="!!evs-128">
            <a:extLst>
              <a:ext uri="{FF2B5EF4-FFF2-40B4-BE49-F238E27FC236}">
                <a16:creationId xmlns:a16="http://schemas.microsoft.com/office/drawing/2014/main" id="{9F7C7D0A-081D-4696-A9A0-B3661AE52A6A}"/>
              </a:ext>
            </a:extLst>
          </p:cNvPr>
          <p:cNvSpPr>
            <a:spLocks noGrp="1"/>
          </p:cNvSpPr>
          <p:nvPr/>
        </p:nvSpPr>
        <p:spPr>
          <a:xfrm>
            <a:off x="9067800" y="5219700"/>
            <a:ext cx="9525" cy="790575"/>
          </a:xfrm>
          <a:prstGeom prst="rect">
            <a:avLst/>
          </a:prstGeom>
          <a:solidFill>
            <a:srgbClr val="2B5B72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29" name="!!evs-129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0306050" y="5153025"/>
            <a:ext cx="457200" cy="457200"/>
          </a:xfrm>
          <a:prstGeom prst="rect">
            <a:avLst/>
          </a:prstGeom>
        </p:spPr>
      </p:pic>
      <p:sp>
        <p:nvSpPr>
          <p:cNvPr id="130" name="!!evs-130">
            <a:extLst>
              <a:ext uri="{FF2B5EF4-FFF2-40B4-BE49-F238E27FC236}">
                <a16:creationId xmlns:a16="http://schemas.microsoft.com/office/drawing/2014/main" id="{E8E9F661-E617-4926-85D5-358C9DBE1035}"/>
              </a:ext>
            </a:extLst>
          </p:cNvPr>
          <p:cNvSpPr>
            <a:spLocks noGrp="1"/>
          </p:cNvSpPr>
          <p:nvPr/>
        </p:nvSpPr>
        <p:spPr>
          <a:xfrm>
            <a:off x="9201150" y="56197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Resilient Operations</a:t>
            </a:r>
          </a:p>
        </p:txBody>
      </p:sp>
      <p:sp>
        <p:nvSpPr>
          <p:cNvPr id="131" name="!!evs-131">
            <a:extLst>
              <a:ext uri="{FF2B5EF4-FFF2-40B4-BE49-F238E27FC236}">
                <a16:creationId xmlns:a16="http://schemas.microsoft.com/office/drawing/2014/main" id="{89A151EF-6A0B-45E3-ADA5-1B8A82959147}"/>
              </a:ext>
            </a:extLst>
          </p:cNvPr>
          <p:cNvSpPr>
            <a:spLocks noGrp="1"/>
          </p:cNvSpPr>
          <p:nvPr/>
        </p:nvSpPr>
        <p:spPr>
          <a:xfrm>
            <a:off x="9201150" y="58864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READY FOR WHAT’S NEXT</a:t>
            </a:r>
          </a:p>
        </p:txBody>
      </p:sp>
      <p:sp>
        <p:nvSpPr>
          <p:cNvPr id="132" name="!!evs-132">
            <a:extLst>
              <a:ext uri="{FF2B5EF4-FFF2-40B4-BE49-F238E27FC236}">
                <a16:creationId xmlns:a16="http://schemas.microsoft.com/office/drawing/2014/main" id="{5CAF8EFF-349C-46F0-8F3B-56DD4A964C37}"/>
              </a:ext>
            </a:extLst>
          </p:cNvPr>
          <p:cNvSpPr>
            <a:spLocks noGrp="1"/>
          </p:cNvSpPr>
          <p:nvPr/>
        </p:nvSpPr>
        <p:spPr>
          <a:xfrm>
            <a:off x="3086100" y="6505575"/>
            <a:ext cx="2190750" cy="9525"/>
          </a:xfrm>
          <a:prstGeom prst="rect">
            <a:avLst/>
          </a:prstGeom>
          <a:solidFill>
            <a:srgbClr val="2B5B72">
              <a:alpha val="7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3" name="!!evs-133">
            <a:extLst>
              <a:ext uri="{FF2B5EF4-FFF2-40B4-BE49-F238E27FC236}">
                <a16:creationId xmlns:a16="http://schemas.microsoft.com/office/drawing/2014/main" id="{BAD64596-881E-42FC-BBE3-CB5D1E886C57}"/>
              </a:ext>
            </a:extLst>
          </p:cNvPr>
          <p:cNvSpPr>
            <a:spLocks noGrp="1"/>
          </p:cNvSpPr>
          <p:nvPr/>
        </p:nvSpPr>
        <p:spPr>
          <a:xfrm>
            <a:off x="6915150" y="6505575"/>
            <a:ext cx="2190750" cy="9525"/>
          </a:xfrm>
          <a:prstGeom prst="rect">
            <a:avLst/>
          </a:prstGeom>
          <a:solidFill>
            <a:srgbClr val="2B5B72">
              <a:alpha val="7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4" name="!!evs-134">
            <a:extLst>
              <a:ext uri="{FF2B5EF4-FFF2-40B4-BE49-F238E27FC236}">
                <a16:creationId xmlns:a16="http://schemas.microsoft.com/office/drawing/2014/main" id="{ECDCEAE9-BFE9-4934-94D2-0AFC42FB004C}"/>
              </a:ext>
            </a:extLst>
          </p:cNvPr>
          <p:cNvSpPr>
            <a:spLocks noGrp="1"/>
          </p:cNvSpPr>
          <p:nvPr/>
        </p:nvSpPr>
        <p:spPr>
          <a:xfrm>
            <a:off x="4905375" y="641985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NEWS MOVES THE WORLD FORWARD</a:t>
            </a:r>
          </a:p>
        </p:txBody>
      </p:sp>
      <p:sp>
        <p:nvSpPr>
          <p:cNvPr id="137" name="step-counter-5"/>
          <p:cNvSpPr txBox="1"/>
          <p:nvPr/>
        </p:nvSpPr>
        <p:spPr>
          <a:xfrm>
            <a:off x="10195560" y="1353312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58D9FF"/>
                </a:solidFill>
                <a:latin typeface="Aptos"/>
              </a:rPr>
              <a:t>STEP 5 OF 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!!evs-135"/>
          <p:cNvPicPr>
            <a:picLocks noChangeAspect="1"/>
          </p:cNvPicPr>
          <p:nvPr/>
        </p:nvPicPr>
        <p:blipFill>
          <a:blip r:embed="rId2"/>
          <a:srcRect l="11378" r="11378"/>
          <a:stretch>
            <a:fillRect/>
          </a:stretch>
        </p:blipFill>
        <p:spPr>
          <a:xfrm>
            <a:off x="6457950" y="0"/>
            <a:ext cx="5619750" cy="2047875"/>
          </a:xfrm>
          <a:prstGeom prst="rect">
            <a:avLst/>
          </a:prstGeom>
        </p:spPr>
      </p:pic>
      <p:sp>
        <p:nvSpPr>
          <p:cNvPr id="2" name="!!evs-2">
            <a:extLst>
              <a:ext uri="{FF2B5EF4-FFF2-40B4-BE49-F238E27FC236}">
                <a16:creationId xmlns:a16="http://schemas.microsoft.com/office/drawing/2014/main" id="{65AA2FAD-F874-401C-9C8D-5F7779ED37B5}"/>
              </a:ext>
            </a:extLst>
          </p:cNvPr>
          <p:cNvSpPr>
            <a:spLocks noGrp="1"/>
          </p:cNvSpPr>
          <p:nvPr/>
        </p:nvSpPr>
        <p:spPr>
          <a:xfrm>
            <a:off x="6191250" y="0"/>
            <a:ext cx="6000750" cy="2047875"/>
          </a:xfrm>
          <a:prstGeom prst="rect">
            <a:avLst/>
          </a:prstGeom>
          <a:gradFill>
            <a:gsLst>
              <a:gs pos="0">
                <a:srgbClr val="041522"/>
              </a:gs>
              <a:gs pos="45000">
                <a:srgbClr val="041522">
                  <a:alpha val="55000"/>
                </a:srgbClr>
              </a:gs>
              <a:gs pos="100000">
                <a:srgbClr val="041522">
                  <a:alpha val="18000"/>
                </a:srgbClr>
              </a:gs>
            </a:gsLst>
            <a:lin ang="5400000"/>
          </a:gra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!!evs-3">
            <a:extLst>
              <a:ext uri="{FF2B5EF4-FFF2-40B4-BE49-F238E27FC236}">
                <a16:creationId xmlns:a16="http://schemas.microsoft.com/office/drawing/2014/main" id="{DCB508B3-F20E-4CC4-AAD6-79CCC10F0778}"/>
              </a:ext>
            </a:extLst>
          </p:cNvPr>
          <p:cNvSpPr>
            <a:spLocks noGrp="1"/>
          </p:cNvSpPr>
          <p:nvPr/>
        </p:nvSpPr>
        <p:spPr>
          <a:xfrm>
            <a:off x="0" y="1619250"/>
            <a:ext cx="12192000" cy="428625"/>
          </a:xfrm>
          <a:prstGeom prst="rect">
            <a:avLst/>
          </a:prstGeom>
          <a:gradFill>
            <a:gsLst>
              <a:gs pos="0">
                <a:srgbClr val="041522">
                  <a:alpha val="0"/>
                </a:srgbClr>
              </a:gs>
              <a:gs pos="100000">
                <a:srgbClr val="041522"/>
              </a:gs>
            </a:gsLst>
            <a:lin ang="10800000"/>
          </a:gra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!!evs-4">
            <a:extLst>
              <a:ext uri="{FF2B5EF4-FFF2-40B4-BE49-F238E27FC236}">
                <a16:creationId xmlns:a16="http://schemas.microsoft.com/office/drawing/2014/main" id="{8DCFB74B-CC14-4044-8161-213547198D0A}"/>
              </a:ext>
            </a:extLst>
          </p:cNvPr>
          <p:cNvSpPr>
            <a:spLocks noGrp="1"/>
          </p:cNvSpPr>
          <p:nvPr/>
        </p:nvSpPr>
        <p:spPr>
          <a:xfrm>
            <a:off x="0" y="99060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!!evs-5">
            <a:extLst>
              <a:ext uri="{FF2B5EF4-FFF2-40B4-BE49-F238E27FC236}">
                <a16:creationId xmlns:a16="http://schemas.microsoft.com/office/drawing/2014/main" id="{7E8198F1-3843-43A7-BCE8-F8F2073DC915}"/>
              </a:ext>
            </a:extLst>
          </p:cNvPr>
          <p:cNvSpPr>
            <a:spLocks noGrp="1"/>
          </p:cNvSpPr>
          <p:nvPr/>
        </p:nvSpPr>
        <p:spPr>
          <a:xfrm>
            <a:off x="0" y="150495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!!evs-6">
            <a:extLst>
              <a:ext uri="{FF2B5EF4-FFF2-40B4-BE49-F238E27FC236}">
                <a16:creationId xmlns:a16="http://schemas.microsoft.com/office/drawing/2014/main" id="{A1E0B327-8F29-4250-A479-1E49B3F5C7CD}"/>
              </a:ext>
            </a:extLst>
          </p:cNvPr>
          <p:cNvSpPr>
            <a:spLocks noGrp="1"/>
          </p:cNvSpPr>
          <p:nvPr/>
        </p:nvSpPr>
        <p:spPr>
          <a:xfrm>
            <a:off x="0" y="201930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!!evs-7">
            <a:extLst>
              <a:ext uri="{FF2B5EF4-FFF2-40B4-BE49-F238E27FC236}">
                <a16:creationId xmlns:a16="http://schemas.microsoft.com/office/drawing/2014/main" id="{D0FC1A78-221C-4601-90E7-C3B73C809096}"/>
              </a:ext>
            </a:extLst>
          </p:cNvPr>
          <p:cNvSpPr>
            <a:spLocks noGrp="1"/>
          </p:cNvSpPr>
          <p:nvPr/>
        </p:nvSpPr>
        <p:spPr>
          <a:xfrm>
            <a:off x="0" y="253365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!!evs-8">
            <a:extLst>
              <a:ext uri="{FF2B5EF4-FFF2-40B4-BE49-F238E27FC236}">
                <a16:creationId xmlns:a16="http://schemas.microsoft.com/office/drawing/2014/main" id="{4B33D8A2-9D26-4E55-A570-0F0BC0754B6B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!!evs-9">
            <a:extLst>
              <a:ext uri="{FF2B5EF4-FFF2-40B4-BE49-F238E27FC236}">
                <a16:creationId xmlns:a16="http://schemas.microsoft.com/office/drawing/2014/main" id="{2EC7CE67-00F2-48E8-A65E-C69A15101E97}"/>
              </a:ext>
            </a:extLst>
          </p:cNvPr>
          <p:cNvSpPr>
            <a:spLocks noGrp="1"/>
          </p:cNvSpPr>
          <p:nvPr/>
        </p:nvSpPr>
        <p:spPr>
          <a:xfrm>
            <a:off x="0" y="356235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!!evs-10">
            <a:extLst>
              <a:ext uri="{FF2B5EF4-FFF2-40B4-BE49-F238E27FC236}">
                <a16:creationId xmlns:a16="http://schemas.microsoft.com/office/drawing/2014/main" id="{7C91D761-4D50-487E-9703-E014C41E06E0}"/>
              </a:ext>
            </a:extLst>
          </p:cNvPr>
          <p:cNvSpPr>
            <a:spLocks noGrp="1"/>
          </p:cNvSpPr>
          <p:nvPr/>
        </p:nvSpPr>
        <p:spPr>
          <a:xfrm>
            <a:off x="0" y="407670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!!evs-11">
            <a:extLst>
              <a:ext uri="{FF2B5EF4-FFF2-40B4-BE49-F238E27FC236}">
                <a16:creationId xmlns:a16="http://schemas.microsoft.com/office/drawing/2014/main" id="{564498BE-5805-420B-B967-58F84CB92607}"/>
              </a:ext>
            </a:extLst>
          </p:cNvPr>
          <p:cNvSpPr>
            <a:spLocks noGrp="1"/>
          </p:cNvSpPr>
          <p:nvPr/>
        </p:nvSpPr>
        <p:spPr>
          <a:xfrm>
            <a:off x="0" y="459105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!!evs-12">
            <a:extLst>
              <a:ext uri="{FF2B5EF4-FFF2-40B4-BE49-F238E27FC236}">
                <a16:creationId xmlns:a16="http://schemas.microsoft.com/office/drawing/2014/main" id="{2A710823-211A-4B95-85D7-82595CAE2E89}"/>
              </a:ext>
            </a:extLst>
          </p:cNvPr>
          <p:cNvSpPr>
            <a:spLocks noGrp="1"/>
          </p:cNvSpPr>
          <p:nvPr/>
        </p:nvSpPr>
        <p:spPr>
          <a:xfrm>
            <a:off x="0" y="510540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!!evs-13">
            <a:extLst>
              <a:ext uri="{FF2B5EF4-FFF2-40B4-BE49-F238E27FC236}">
                <a16:creationId xmlns:a16="http://schemas.microsoft.com/office/drawing/2014/main" id="{3F848A76-9C53-42A4-9B8B-626A933C42A5}"/>
              </a:ext>
            </a:extLst>
          </p:cNvPr>
          <p:cNvSpPr>
            <a:spLocks noGrp="1"/>
          </p:cNvSpPr>
          <p:nvPr/>
        </p:nvSpPr>
        <p:spPr>
          <a:xfrm>
            <a:off x="0" y="561975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!!evs-14">
            <a:extLst>
              <a:ext uri="{FF2B5EF4-FFF2-40B4-BE49-F238E27FC236}">
                <a16:creationId xmlns:a16="http://schemas.microsoft.com/office/drawing/2014/main" id="{57EC29ED-5B71-4A91-835D-1606E4E25A72}"/>
              </a:ext>
            </a:extLst>
          </p:cNvPr>
          <p:cNvSpPr>
            <a:spLocks noGrp="1"/>
          </p:cNvSpPr>
          <p:nvPr/>
        </p:nvSpPr>
        <p:spPr>
          <a:xfrm>
            <a:off x="0" y="613410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!!evs-15">
            <a:extLst>
              <a:ext uri="{FF2B5EF4-FFF2-40B4-BE49-F238E27FC236}">
                <a16:creationId xmlns:a16="http://schemas.microsoft.com/office/drawing/2014/main" id="{73D99984-4B08-484D-8B34-FBD6CB389A53}"/>
              </a:ext>
            </a:extLst>
          </p:cNvPr>
          <p:cNvSpPr>
            <a:spLocks noGrp="1"/>
          </p:cNvSpPr>
          <p:nvPr/>
        </p:nvSpPr>
        <p:spPr>
          <a:xfrm>
            <a:off x="0" y="664845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!!evs-16">
            <a:extLst>
              <a:ext uri="{FF2B5EF4-FFF2-40B4-BE49-F238E27FC236}">
                <a16:creationId xmlns:a16="http://schemas.microsoft.com/office/drawing/2014/main" id="{B1DBF21B-E134-4910-A3E3-161A14979D23}"/>
              </a:ext>
            </a:extLst>
          </p:cNvPr>
          <p:cNvSpPr>
            <a:spLocks noGrp="1"/>
          </p:cNvSpPr>
          <p:nvPr/>
        </p:nvSpPr>
        <p:spPr>
          <a:xfrm>
            <a:off x="381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!!evs-17">
            <a:extLst>
              <a:ext uri="{FF2B5EF4-FFF2-40B4-BE49-F238E27FC236}">
                <a16:creationId xmlns:a16="http://schemas.microsoft.com/office/drawing/2014/main" id="{74AAA4C7-3BD4-4041-91EF-DDD454CC56C0}"/>
              </a:ext>
            </a:extLst>
          </p:cNvPr>
          <p:cNvSpPr>
            <a:spLocks noGrp="1"/>
          </p:cNvSpPr>
          <p:nvPr/>
        </p:nvSpPr>
        <p:spPr>
          <a:xfrm>
            <a:off x="1524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!!evs-18">
            <a:extLst>
              <a:ext uri="{FF2B5EF4-FFF2-40B4-BE49-F238E27FC236}">
                <a16:creationId xmlns:a16="http://schemas.microsoft.com/office/drawing/2014/main" id="{AEC7E939-8A73-4913-957B-1DF992AD0CFD}"/>
              </a:ext>
            </a:extLst>
          </p:cNvPr>
          <p:cNvSpPr>
            <a:spLocks noGrp="1"/>
          </p:cNvSpPr>
          <p:nvPr/>
        </p:nvSpPr>
        <p:spPr>
          <a:xfrm>
            <a:off x="2667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!!evs-19">
            <a:extLst>
              <a:ext uri="{FF2B5EF4-FFF2-40B4-BE49-F238E27FC236}">
                <a16:creationId xmlns:a16="http://schemas.microsoft.com/office/drawing/2014/main" id="{D6455841-64B1-417D-ACEB-9D5AB88C8969}"/>
              </a:ext>
            </a:extLst>
          </p:cNvPr>
          <p:cNvSpPr>
            <a:spLocks noGrp="1"/>
          </p:cNvSpPr>
          <p:nvPr/>
        </p:nvSpPr>
        <p:spPr>
          <a:xfrm>
            <a:off x="3810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!!evs-20">
            <a:extLst>
              <a:ext uri="{FF2B5EF4-FFF2-40B4-BE49-F238E27FC236}">
                <a16:creationId xmlns:a16="http://schemas.microsoft.com/office/drawing/2014/main" id="{1C7F8E06-121B-4E2C-AE74-9055FA60C7C3}"/>
              </a:ext>
            </a:extLst>
          </p:cNvPr>
          <p:cNvSpPr>
            <a:spLocks noGrp="1"/>
          </p:cNvSpPr>
          <p:nvPr/>
        </p:nvSpPr>
        <p:spPr>
          <a:xfrm>
            <a:off x="4953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!!evs-21">
            <a:extLst>
              <a:ext uri="{FF2B5EF4-FFF2-40B4-BE49-F238E27FC236}">
                <a16:creationId xmlns:a16="http://schemas.microsoft.com/office/drawing/2014/main" id="{A5A1CD44-6CBA-40CE-9E96-F54D42247CFC}"/>
              </a:ext>
            </a:extLst>
          </p:cNvPr>
          <p:cNvSpPr>
            <a:spLocks noGrp="1"/>
          </p:cNvSpPr>
          <p:nvPr/>
        </p:nvSpPr>
        <p:spPr>
          <a:xfrm>
            <a:off x="6096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2" name="!!evs-22">
            <a:extLst>
              <a:ext uri="{FF2B5EF4-FFF2-40B4-BE49-F238E27FC236}">
                <a16:creationId xmlns:a16="http://schemas.microsoft.com/office/drawing/2014/main" id="{5EEB1559-F8BC-496C-9083-86BD64664481}"/>
              </a:ext>
            </a:extLst>
          </p:cNvPr>
          <p:cNvSpPr>
            <a:spLocks noGrp="1"/>
          </p:cNvSpPr>
          <p:nvPr/>
        </p:nvSpPr>
        <p:spPr>
          <a:xfrm>
            <a:off x="7239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!!evs-23">
            <a:extLst>
              <a:ext uri="{FF2B5EF4-FFF2-40B4-BE49-F238E27FC236}">
                <a16:creationId xmlns:a16="http://schemas.microsoft.com/office/drawing/2014/main" id="{BF687707-E3E7-4B60-BA56-18CEE5E86EC1}"/>
              </a:ext>
            </a:extLst>
          </p:cNvPr>
          <p:cNvSpPr>
            <a:spLocks noGrp="1"/>
          </p:cNvSpPr>
          <p:nvPr/>
        </p:nvSpPr>
        <p:spPr>
          <a:xfrm>
            <a:off x="8382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4" name="!!evs-24">
            <a:extLst>
              <a:ext uri="{FF2B5EF4-FFF2-40B4-BE49-F238E27FC236}">
                <a16:creationId xmlns:a16="http://schemas.microsoft.com/office/drawing/2014/main" id="{FD3F7184-CF14-4F52-A0CE-157D5D74C469}"/>
              </a:ext>
            </a:extLst>
          </p:cNvPr>
          <p:cNvSpPr>
            <a:spLocks noGrp="1"/>
          </p:cNvSpPr>
          <p:nvPr/>
        </p:nvSpPr>
        <p:spPr>
          <a:xfrm>
            <a:off x="9525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5" name="!!evs-25">
            <a:extLst>
              <a:ext uri="{FF2B5EF4-FFF2-40B4-BE49-F238E27FC236}">
                <a16:creationId xmlns:a16="http://schemas.microsoft.com/office/drawing/2014/main" id="{43C0FE55-58A4-4BAC-B16F-909BC9918A38}"/>
              </a:ext>
            </a:extLst>
          </p:cNvPr>
          <p:cNvSpPr>
            <a:spLocks noGrp="1"/>
          </p:cNvSpPr>
          <p:nvPr/>
        </p:nvSpPr>
        <p:spPr>
          <a:xfrm>
            <a:off x="10668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6" name="!!evs-26">
            <a:extLst>
              <a:ext uri="{FF2B5EF4-FFF2-40B4-BE49-F238E27FC236}">
                <a16:creationId xmlns:a16="http://schemas.microsoft.com/office/drawing/2014/main" id="{DCE67FEE-BDF7-4EF3-8DFF-97855923434C}"/>
              </a:ext>
            </a:extLst>
          </p:cNvPr>
          <p:cNvSpPr>
            <a:spLocks noGrp="1"/>
          </p:cNvSpPr>
          <p:nvPr/>
        </p:nvSpPr>
        <p:spPr>
          <a:xfrm>
            <a:off x="11811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7" name="!!evs-27">
            <a:extLst>
              <a:ext uri="{FF2B5EF4-FFF2-40B4-BE49-F238E27FC236}">
                <a16:creationId xmlns:a16="http://schemas.microsoft.com/office/drawing/2014/main" id="{164E6376-B027-414B-9F21-44464EE838D5}"/>
              </a:ext>
            </a:extLst>
          </p:cNvPr>
          <p:cNvSpPr>
            <a:spLocks noGrp="1"/>
          </p:cNvSpPr>
          <p:nvPr/>
        </p:nvSpPr>
        <p:spPr>
          <a:xfrm>
            <a:off x="457200" y="238125"/>
            <a:ext cx="685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949"/>
          </a:bodyPr>
          <a:lstStyle/>
          <a:p>
            <a:pPr algn="l">
              <a:lnSpc>
                <a:spcPct val="100000"/>
              </a:lnSpc>
              <a:buNone/>
              <a:defRPr sz="39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EVS MODERN NEWSROOM</a:t>
            </a:r>
          </a:p>
        </p:txBody>
      </p:sp>
      <p:sp>
        <p:nvSpPr>
          <p:cNvPr id="28" name="!!evs-28">
            <a:extLst>
              <a:ext uri="{FF2B5EF4-FFF2-40B4-BE49-F238E27FC236}">
                <a16:creationId xmlns:a16="http://schemas.microsoft.com/office/drawing/2014/main" id="{1494665C-9BCF-4FC8-B1E3-CF45AA54A1A3}"/>
              </a:ext>
            </a:extLst>
          </p:cNvPr>
          <p:cNvSpPr>
            <a:spLocks noGrp="1"/>
          </p:cNvSpPr>
          <p:nvPr/>
        </p:nvSpPr>
        <p:spPr>
          <a:xfrm>
            <a:off x="476250" y="781050"/>
            <a:ext cx="581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958" lnSpcReduction="10000"/>
          </a:bodyPr>
          <a:lstStyle/>
          <a:p>
            <a:pPr algn="l">
              <a:lnSpc>
                <a:spcPct val="100000"/>
              </a:lnSpc>
              <a:buNone/>
              <a:defRPr sz="2400" b="0">
                <a:solidFill>
                  <a:srgbClr val="C7D9E5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0">
                <a:solidFill>
                  <a:srgbClr val="C7D9E5"/>
                </a:solidFill>
                <a:latin typeface="Aptos Display"/>
                <a:ea typeface="Aptos Display"/>
                <a:cs typeface="Aptos Display"/>
              </a:rPr>
              <a:t>Breaking News to Every Screen</a:t>
            </a:r>
          </a:p>
        </p:txBody>
      </p:sp>
      <p:sp>
        <p:nvSpPr>
          <p:cNvPr id="29" name="!!evs-29">
            <a:extLst>
              <a:ext uri="{FF2B5EF4-FFF2-40B4-BE49-F238E27FC236}">
                <a16:creationId xmlns:a16="http://schemas.microsoft.com/office/drawing/2014/main" id="{990683BE-A8D8-4434-8377-E38D422B7696}"/>
              </a:ext>
            </a:extLst>
          </p:cNvPr>
          <p:cNvSpPr>
            <a:spLocks noGrp="1"/>
          </p:cNvSpPr>
          <p:nvPr/>
        </p:nvSpPr>
        <p:spPr>
          <a:xfrm>
            <a:off x="476250" y="1257300"/>
            <a:ext cx="514350" cy="38100"/>
          </a:xfrm>
          <a:prstGeom prst="rect">
            <a:avLst/>
          </a:prstGeom>
          <a:solidFill>
            <a:srgbClr val="58D9FF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0" name="!!evs-30">
            <a:extLst>
              <a:ext uri="{FF2B5EF4-FFF2-40B4-BE49-F238E27FC236}">
                <a16:creationId xmlns:a16="http://schemas.microsoft.com/office/drawing/2014/main" id="{16FC656B-833A-4FC1-ACDF-BCBF1EA63D98}"/>
              </a:ext>
            </a:extLst>
          </p:cNvPr>
          <p:cNvSpPr>
            <a:spLocks noGrp="1"/>
          </p:cNvSpPr>
          <p:nvPr/>
        </p:nvSpPr>
        <p:spPr>
          <a:xfrm>
            <a:off x="476250" y="1381125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CONNECT  •  CREATE  •  COLLABORATE  •  DELIVER  •  TOGETHER</a:t>
            </a:r>
          </a:p>
        </p:txBody>
      </p:sp>
      <p:sp>
        <p:nvSpPr>
          <p:cNvPr id="136" name="!!spotlight"/>
          <p:cNvSpPr/>
          <p:nvPr/>
        </p:nvSpPr>
        <p:spPr>
          <a:xfrm>
            <a:off x="7781163" y="1682496"/>
            <a:ext cx="1335024" cy="2157984"/>
          </a:xfrm>
          <a:prstGeom prst="rect">
            <a:avLst/>
          </a:prstGeom>
          <a:solidFill>
            <a:srgbClr val="073146">
              <a:alpha val="62000"/>
            </a:srgbClr>
          </a:solidFill>
          <a:ln w="15240">
            <a:solidFill>
              <a:srgbClr val="5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!!evs-31">
            <a:extLst>
              <a:ext uri="{FF2B5EF4-FFF2-40B4-BE49-F238E27FC236}">
                <a16:creationId xmlns:a16="http://schemas.microsoft.com/office/drawing/2014/main" id="{7558E714-D82A-452A-91C8-B01F564D17CD}"/>
              </a:ext>
            </a:extLst>
          </p:cNvPr>
          <p:cNvSpPr>
            <a:spLocks noGrp="1"/>
          </p:cNvSpPr>
          <p:nvPr/>
        </p:nvSpPr>
        <p:spPr>
          <a:xfrm>
            <a:off x="8572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2" name="!!evs-32">
            <a:extLst>
              <a:ext uri="{FF2B5EF4-FFF2-40B4-BE49-F238E27FC236}">
                <a16:creationId xmlns:a16="http://schemas.microsoft.com/office/drawing/2014/main" id="{5D1945B0-A154-4AED-9AE1-3F7EB970CEF9}"/>
              </a:ext>
            </a:extLst>
          </p:cNvPr>
          <p:cNvSpPr>
            <a:spLocks noGrp="1"/>
          </p:cNvSpPr>
          <p:nvPr/>
        </p:nvSpPr>
        <p:spPr>
          <a:xfrm>
            <a:off x="8572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pic>
        <p:nvPicPr>
          <p:cNvPr id="33" name="!!evs-33"/>
          <p:cNvPicPr>
            <a:picLocks noChangeAspect="1"/>
          </p:cNvPicPr>
          <p:nvPr/>
        </p:nvPicPr>
        <p:blipFill>
          <a:blip r:embed="rId3">
            <a:alphaModFix amt="38000"/>
          </a:blip>
          <a:stretch/>
        </p:blipFill>
        <p:spPr>
          <a:xfrm>
            <a:off x="828675" y="2266950"/>
            <a:ext cx="381000" cy="381000"/>
          </a:xfrm>
          <a:prstGeom prst="rect">
            <a:avLst/>
          </a:prstGeom>
        </p:spPr>
      </p:pic>
      <p:sp>
        <p:nvSpPr>
          <p:cNvPr id="34" name="!!evs-34">
            <a:extLst>
              <a:ext uri="{FF2B5EF4-FFF2-40B4-BE49-F238E27FC236}">
                <a16:creationId xmlns:a16="http://schemas.microsoft.com/office/drawing/2014/main" id="{BB7D28C4-885C-43E6-8DA1-6CD319B97023}"/>
              </a:ext>
            </a:extLst>
          </p:cNvPr>
          <p:cNvSpPr>
            <a:spLocks noGrp="1"/>
          </p:cNvSpPr>
          <p:nvPr/>
        </p:nvSpPr>
        <p:spPr>
          <a:xfrm>
            <a:off x="3429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ACQUIRE</a:t>
            </a:r>
          </a:p>
        </p:txBody>
      </p:sp>
      <p:sp>
        <p:nvSpPr>
          <p:cNvPr id="35" name="!!evs-35">
            <a:extLst>
              <a:ext uri="{FF2B5EF4-FFF2-40B4-BE49-F238E27FC236}">
                <a16:creationId xmlns:a16="http://schemas.microsoft.com/office/drawing/2014/main" id="{D54A1786-15F2-4BE5-BA52-FBDFCAB5B5CC}"/>
              </a:ext>
            </a:extLst>
          </p:cNvPr>
          <p:cNvSpPr>
            <a:spLocks noGrp="1"/>
          </p:cNvSpPr>
          <p:nvPr/>
        </p:nvSpPr>
        <p:spPr>
          <a:xfrm>
            <a:off x="3810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Agency + field feeds</a:t>
            </a:r>
          </a:p>
        </p:txBody>
      </p:sp>
      <p:sp>
        <p:nvSpPr>
          <p:cNvPr id="36" name="!!evs-36">
            <a:extLst>
              <a:ext uri="{FF2B5EF4-FFF2-40B4-BE49-F238E27FC236}">
                <a16:creationId xmlns:a16="http://schemas.microsoft.com/office/drawing/2014/main" id="{47BA7C1D-1FA0-41F0-AF82-CA573CA04DC8}"/>
              </a:ext>
            </a:extLst>
          </p:cNvPr>
          <p:cNvSpPr>
            <a:spLocks noGrp="1"/>
          </p:cNvSpPr>
          <p:nvPr/>
        </p:nvSpPr>
        <p:spPr>
          <a:xfrm>
            <a:off x="17430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7" name="!!evs-37">
            <a:extLst>
              <a:ext uri="{FF2B5EF4-FFF2-40B4-BE49-F238E27FC236}">
                <a16:creationId xmlns:a16="http://schemas.microsoft.com/office/drawing/2014/main" id="{1F8070E3-C562-4719-8608-C5DD3AF0CAE3}"/>
              </a:ext>
            </a:extLst>
          </p:cNvPr>
          <p:cNvSpPr>
            <a:spLocks noGrp="1"/>
          </p:cNvSpPr>
          <p:nvPr/>
        </p:nvSpPr>
        <p:spPr>
          <a:xfrm>
            <a:off x="16954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38" name="!!evs-38">
            <a:extLst>
              <a:ext uri="{FF2B5EF4-FFF2-40B4-BE49-F238E27FC236}">
                <a16:creationId xmlns:a16="http://schemas.microsoft.com/office/drawing/2014/main" id="{CA358604-4851-48BF-94D9-F84AEED215A2}"/>
              </a:ext>
            </a:extLst>
          </p:cNvPr>
          <p:cNvSpPr>
            <a:spLocks noGrp="1"/>
          </p:cNvSpPr>
          <p:nvPr/>
        </p:nvSpPr>
        <p:spPr>
          <a:xfrm>
            <a:off x="23431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9" name="!!evs-39">
            <a:extLst>
              <a:ext uri="{FF2B5EF4-FFF2-40B4-BE49-F238E27FC236}">
                <a16:creationId xmlns:a16="http://schemas.microsoft.com/office/drawing/2014/main" id="{8E66C420-89DB-47F8-A294-948B4DFAC178}"/>
              </a:ext>
            </a:extLst>
          </p:cNvPr>
          <p:cNvSpPr>
            <a:spLocks noGrp="1"/>
          </p:cNvSpPr>
          <p:nvPr/>
        </p:nvSpPr>
        <p:spPr>
          <a:xfrm>
            <a:off x="23431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pic>
        <p:nvPicPr>
          <p:cNvPr id="40" name="!!evs-40"/>
          <p:cNvPicPr>
            <a:picLocks noChangeAspect="1"/>
          </p:cNvPicPr>
          <p:nvPr/>
        </p:nvPicPr>
        <p:blipFill>
          <a:blip r:embed="rId4">
            <a:alphaModFix amt="38000"/>
          </a:blip>
          <a:stretch/>
        </p:blipFill>
        <p:spPr>
          <a:xfrm>
            <a:off x="2314575" y="2266950"/>
            <a:ext cx="381000" cy="381000"/>
          </a:xfrm>
          <a:prstGeom prst="rect">
            <a:avLst/>
          </a:prstGeom>
        </p:spPr>
      </p:pic>
      <p:sp>
        <p:nvSpPr>
          <p:cNvPr id="41" name="!!evs-41">
            <a:extLst>
              <a:ext uri="{FF2B5EF4-FFF2-40B4-BE49-F238E27FC236}">
                <a16:creationId xmlns:a16="http://schemas.microsoft.com/office/drawing/2014/main" id="{CCDDABA5-E0F5-4162-8E33-0130E1F1B460}"/>
              </a:ext>
            </a:extLst>
          </p:cNvPr>
          <p:cNvSpPr>
            <a:spLocks noGrp="1"/>
          </p:cNvSpPr>
          <p:nvPr/>
        </p:nvSpPr>
        <p:spPr>
          <a:xfrm>
            <a:off x="18288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MANAGE</a:t>
            </a:r>
          </a:p>
        </p:txBody>
      </p:sp>
      <p:sp>
        <p:nvSpPr>
          <p:cNvPr id="42" name="!!evs-42">
            <a:extLst>
              <a:ext uri="{FF2B5EF4-FFF2-40B4-BE49-F238E27FC236}">
                <a16:creationId xmlns:a16="http://schemas.microsoft.com/office/drawing/2014/main" id="{870CFA1D-8E04-4401-AAD3-2977807267A9}"/>
              </a:ext>
            </a:extLst>
          </p:cNvPr>
          <p:cNvSpPr>
            <a:spLocks noGrp="1"/>
          </p:cNvSpPr>
          <p:nvPr/>
        </p:nvSpPr>
        <p:spPr>
          <a:xfrm>
            <a:off x="18669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IDs • rights • verification</a:t>
            </a:r>
          </a:p>
        </p:txBody>
      </p:sp>
      <p:sp>
        <p:nvSpPr>
          <p:cNvPr id="43" name="!!evs-43">
            <a:extLst>
              <a:ext uri="{FF2B5EF4-FFF2-40B4-BE49-F238E27FC236}">
                <a16:creationId xmlns:a16="http://schemas.microsoft.com/office/drawing/2014/main" id="{ECF519D7-737B-40C4-8C19-2425DC183974}"/>
              </a:ext>
            </a:extLst>
          </p:cNvPr>
          <p:cNvSpPr>
            <a:spLocks noGrp="1"/>
          </p:cNvSpPr>
          <p:nvPr/>
        </p:nvSpPr>
        <p:spPr>
          <a:xfrm>
            <a:off x="32289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4" name="!!evs-44">
            <a:extLst>
              <a:ext uri="{FF2B5EF4-FFF2-40B4-BE49-F238E27FC236}">
                <a16:creationId xmlns:a16="http://schemas.microsoft.com/office/drawing/2014/main" id="{1FF76AD1-C273-445C-8113-9B176818EC9B}"/>
              </a:ext>
            </a:extLst>
          </p:cNvPr>
          <p:cNvSpPr>
            <a:spLocks noGrp="1"/>
          </p:cNvSpPr>
          <p:nvPr/>
        </p:nvSpPr>
        <p:spPr>
          <a:xfrm>
            <a:off x="31813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45" name="!!evs-45">
            <a:extLst>
              <a:ext uri="{FF2B5EF4-FFF2-40B4-BE49-F238E27FC236}">
                <a16:creationId xmlns:a16="http://schemas.microsoft.com/office/drawing/2014/main" id="{FF8E7A6C-95C8-4FC6-B3D7-D6EB10C059E4}"/>
              </a:ext>
            </a:extLst>
          </p:cNvPr>
          <p:cNvSpPr>
            <a:spLocks noGrp="1"/>
          </p:cNvSpPr>
          <p:nvPr/>
        </p:nvSpPr>
        <p:spPr>
          <a:xfrm>
            <a:off x="38290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6" name="!!evs-46">
            <a:extLst>
              <a:ext uri="{FF2B5EF4-FFF2-40B4-BE49-F238E27FC236}">
                <a16:creationId xmlns:a16="http://schemas.microsoft.com/office/drawing/2014/main" id="{14B92156-D60C-4970-86D9-C0A039AD03EA}"/>
              </a:ext>
            </a:extLst>
          </p:cNvPr>
          <p:cNvSpPr>
            <a:spLocks noGrp="1"/>
          </p:cNvSpPr>
          <p:nvPr/>
        </p:nvSpPr>
        <p:spPr>
          <a:xfrm>
            <a:off x="38290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pic>
        <p:nvPicPr>
          <p:cNvPr id="47" name="!!evs-47"/>
          <p:cNvPicPr>
            <a:picLocks noChangeAspect="1"/>
          </p:cNvPicPr>
          <p:nvPr/>
        </p:nvPicPr>
        <p:blipFill>
          <a:blip r:embed="rId5">
            <a:alphaModFix amt="38000"/>
          </a:blip>
          <a:stretch/>
        </p:blipFill>
        <p:spPr>
          <a:xfrm>
            <a:off x="3800475" y="2266950"/>
            <a:ext cx="381000" cy="381000"/>
          </a:xfrm>
          <a:prstGeom prst="rect">
            <a:avLst/>
          </a:prstGeom>
        </p:spPr>
      </p:pic>
      <p:sp>
        <p:nvSpPr>
          <p:cNvPr id="48" name="!!evs-48">
            <a:extLst>
              <a:ext uri="{FF2B5EF4-FFF2-40B4-BE49-F238E27FC236}">
                <a16:creationId xmlns:a16="http://schemas.microsoft.com/office/drawing/2014/main" id="{D970A5C3-2204-4DB5-81BC-602A5D54C700}"/>
              </a:ext>
            </a:extLst>
          </p:cNvPr>
          <p:cNvSpPr>
            <a:spLocks noGrp="1"/>
          </p:cNvSpPr>
          <p:nvPr/>
        </p:nvSpPr>
        <p:spPr>
          <a:xfrm>
            <a:off x="33147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DISCOVER</a:t>
            </a:r>
          </a:p>
        </p:txBody>
      </p:sp>
      <p:sp>
        <p:nvSpPr>
          <p:cNvPr id="49" name="!!evs-49">
            <a:extLst>
              <a:ext uri="{FF2B5EF4-FFF2-40B4-BE49-F238E27FC236}">
                <a16:creationId xmlns:a16="http://schemas.microsoft.com/office/drawing/2014/main" id="{74CA5162-9CC4-4954-9EAB-A1BF05A4755E}"/>
              </a:ext>
            </a:extLst>
          </p:cNvPr>
          <p:cNvSpPr>
            <a:spLocks noGrp="1"/>
          </p:cNvSpPr>
          <p:nvPr/>
        </p:nvSpPr>
        <p:spPr>
          <a:xfrm>
            <a:off x="33528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681"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Browse • search • archive</a:t>
            </a:r>
          </a:p>
        </p:txBody>
      </p:sp>
      <p:sp>
        <p:nvSpPr>
          <p:cNvPr id="50" name="!!evs-50">
            <a:extLst>
              <a:ext uri="{FF2B5EF4-FFF2-40B4-BE49-F238E27FC236}">
                <a16:creationId xmlns:a16="http://schemas.microsoft.com/office/drawing/2014/main" id="{354E84AC-3A46-40B3-B616-71EE602F7BE4}"/>
              </a:ext>
            </a:extLst>
          </p:cNvPr>
          <p:cNvSpPr>
            <a:spLocks noGrp="1"/>
          </p:cNvSpPr>
          <p:nvPr/>
        </p:nvSpPr>
        <p:spPr>
          <a:xfrm>
            <a:off x="47148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1" name="!!evs-51">
            <a:extLst>
              <a:ext uri="{FF2B5EF4-FFF2-40B4-BE49-F238E27FC236}">
                <a16:creationId xmlns:a16="http://schemas.microsoft.com/office/drawing/2014/main" id="{BD78408E-8202-42F3-8A3B-0459F6167A64}"/>
              </a:ext>
            </a:extLst>
          </p:cNvPr>
          <p:cNvSpPr>
            <a:spLocks noGrp="1"/>
          </p:cNvSpPr>
          <p:nvPr/>
        </p:nvSpPr>
        <p:spPr>
          <a:xfrm>
            <a:off x="46672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52" name="!!evs-52">
            <a:extLst>
              <a:ext uri="{FF2B5EF4-FFF2-40B4-BE49-F238E27FC236}">
                <a16:creationId xmlns:a16="http://schemas.microsoft.com/office/drawing/2014/main" id="{560FA54A-32F6-4287-A880-738AE8C1A8DF}"/>
              </a:ext>
            </a:extLst>
          </p:cNvPr>
          <p:cNvSpPr>
            <a:spLocks noGrp="1"/>
          </p:cNvSpPr>
          <p:nvPr/>
        </p:nvSpPr>
        <p:spPr>
          <a:xfrm>
            <a:off x="53149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3" name="!!evs-53">
            <a:extLst>
              <a:ext uri="{FF2B5EF4-FFF2-40B4-BE49-F238E27FC236}">
                <a16:creationId xmlns:a16="http://schemas.microsoft.com/office/drawing/2014/main" id="{15EBE860-92BD-46AB-AC79-3CE674E79315}"/>
              </a:ext>
            </a:extLst>
          </p:cNvPr>
          <p:cNvSpPr>
            <a:spLocks noGrp="1"/>
          </p:cNvSpPr>
          <p:nvPr/>
        </p:nvSpPr>
        <p:spPr>
          <a:xfrm>
            <a:off x="53149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pic>
        <p:nvPicPr>
          <p:cNvPr id="54" name="!!evs-54"/>
          <p:cNvPicPr>
            <a:picLocks noChangeAspect="1"/>
          </p:cNvPicPr>
          <p:nvPr/>
        </p:nvPicPr>
        <p:blipFill>
          <a:blip r:embed="rId6">
            <a:alphaModFix amt="38000"/>
          </a:blip>
          <a:stretch/>
        </p:blipFill>
        <p:spPr>
          <a:xfrm>
            <a:off x="5286375" y="2266950"/>
            <a:ext cx="381000" cy="381000"/>
          </a:xfrm>
          <a:prstGeom prst="rect">
            <a:avLst/>
          </a:prstGeom>
        </p:spPr>
      </p:pic>
      <p:sp>
        <p:nvSpPr>
          <p:cNvPr id="55" name="!!evs-55">
            <a:extLst>
              <a:ext uri="{FF2B5EF4-FFF2-40B4-BE49-F238E27FC236}">
                <a16:creationId xmlns:a16="http://schemas.microsoft.com/office/drawing/2014/main" id="{BAC3CF60-05BB-4CDE-A37D-749093B76809}"/>
              </a:ext>
            </a:extLst>
          </p:cNvPr>
          <p:cNvSpPr>
            <a:spLocks noGrp="1"/>
          </p:cNvSpPr>
          <p:nvPr/>
        </p:nvSpPr>
        <p:spPr>
          <a:xfrm>
            <a:off x="48006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CREATE</a:t>
            </a:r>
          </a:p>
        </p:txBody>
      </p:sp>
      <p:sp>
        <p:nvSpPr>
          <p:cNvPr id="56" name="!!evs-56">
            <a:extLst>
              <a:ext uri="{FF2B5EF4-FFF2-40B4-BE49-F238E27FC236}">
                <a16:creationId xmlns:a16="http://schemas.microsoft.com/office/drawing/2014/main" id="{5F06D6D3-C72D-4A46-A5FD-72B86FE37B3D}"/>
              </a:ext>
            </a:extLst>
          </p:cNvPr>
          <p:cNvSpPr>
            <a:spLocks noGrp="1"/>
          </p:cNvSpPr>
          <p:nvPr/>
        </p:nvSpPr>
        <p:spPr>
          <a:xfrm>
            <a:off x="48387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Fast-turn clips + edits</a:t>
            </a:r>
          </a:p>
        </p:txBody>
      </p:sp>
      <p:sp>
        <p:nvSpPr>
          <p:cNvPr id="57" name="!!evs-57">
            <a:extLst>
              <a:ext uri="{FF2B5EF4-FFF2-40B4-BE49-F238E27FC236}">
                <a16:creationId xmlns:a16="http://schemas.microsoft.com/office/drawing/2014/main" id="{10883198-CAF9-4058-8B32-EE9A2975D160}"/>
              </a:ext>
            </a:extLst>
          </p:cNvPr>
          <p:cNvSpPr>
            <a:spLocks noGrp="1"/>
          </p:cNvSpPr>
          <p:nvPr/>
        </p:nvSpPr>
        <p:spPr>
          <a:xfrm>
            <a:off x="62007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8" name="!!evs-58">
            <a:extLst>
              <a:ext uri="{FF2B5EF4-FFF2-40B4-BE49-F238E27FC236}">
                <a16:creationId xmlns:a16="http://schemas.microsoft.com/office/drawing/2014/main" id="{F91C721F-9EC8-4350-881C-ECD94A1460E9}"/>
              </a:ext>
            </a:extLst>
          </p:cNvPr>
          <p:cNvSpPr>
            <a:spLocks noGrp="1"/>
          </p:cNvSpPr>
          <p:nvPr/>
        </p:nvSpPr>
        <p:spPr>
          <a:xfrm>
            <a:off x="61531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59" name="!!evs-59">
            <a:extLst>
              <a:ext uri="{FF2B5EF4-FFF2-40B4-BE49-F238E27FC236}">
                <a16:creationId xmlns:a16="http://schemas.microsoft.com/office/drawing/2014/main" id="{0BD1D863-CD98-4BC4-83F2-5D8604CD4EF7}"/>
              </a:ext>
            </a:extLst>
          </p:cNvPr>
          <p:cNvSpPr>
            <a:spLocks noGrp="1"/>
          </p:cNvSpPr>
          <p:nvPr/>
        </p:nvSpPr>
        <p:spPr>
          <a:xfrm>
            <a:off x="68008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0" name="!!evs-60">
            <a:extLst>
              <a:ext uri="{FF2B5EF4-FFF2-40B4-BE49-F238E27FC236}">
                <a16:creationId xmlns:a16="http://schemas.microsoft.com/office/drawing/2014/main" id="{8A7CD8CF-D055-474C-B37B-73881EDCF42D}"/>
              </a:ext>
            </a:extLst>
          </p:cNvPr>
          <p:cNvSpPr>
            <a:spLocks noGrp="1"/>
          </p:cNvSpPr>
          <p:nvPr/>
        </p:nvSpPr>
        <p:spPr>
          <a:xfrm>
            <a:off x="68008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pic>
        <p:nvPicPr>
          <p:cNvPr id="61" name="!!evs-61"/>
          <p:cNvPicPr>
            <a:picLocks noChangeAspect="1"/>
          </p:cNvPicPr>
          <p:nvPr/>
        </p:nvPicPr>
        <p:blipFill>
          <a:blip r:embed="rId7">
            <a:alphaModFix amt="38000"/>
          </a:blip>
          <a:stretch/>
        </p:blipFill>
        <p:spPr>
          <a:xfrm>
            <a:off x="6772275" y="2266950"/>
            <a:ext cx="381000" cy="381000"/>
          </a:xfrm>
          <a:prstGeom prst="rect">
            <a:avLst/>
          </a:prstGeom>
        </p:spPr>
      </p:pic>
      <p:sp>
        <p:nvSpPr>
          <p:cNvPr id="62" name="!!evs-62">
            <a:extLst>
              <a:ext uri="{FF2B5EF4-FFF2-40B4-BE49-F238E27FC236}">
                <a16:creationId xmlns:a16="http://schemas.microsoft.com/office/drawing/2014/main" id="{8F2525E9-80A5-49BF-AD21-471BDAA4739A}"/>
              </a:ext>
            </a:extLst>
          </p:cNvPr>
          <p:cNvSpPr>
            <a:spLocks noGrp="1"/>
          </p:cNvSpPr>
          <p:nvPr/>
        </p:nvSpPr>
        <p:spPr>
          <a:xfrm>
            <a:off x="62865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97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COLLABORATE</a:t>
            </a:r>
          </a:p>
        </p:txBody>
      </p:sp>
      <p:sp>
        <p:nvSpPr>
          <p:cNvPr id="63" name="!!evs-63">
            <a:extLst>
              <a:ext uri="{FF2B5EF4-FFF2-40B4-BE49-F238E27FC236}">
                <a16:creationId xmlns:a16="http://schemas.microsoft.com/office/drawing/2014/main" id="{E36A47E3-2F58-4AD8-8713-172646A72155}"/>
              </a:ext>
            </a:extLst>
          </p:cNvPr>
          <p:cNvSpPr>
            <a:spLocks noGrp="1"/>
          </p:cNvSpPr>
          <p:nvPr/>
        </p:nvSpPr>
        <p:spPr>
          <a:xfrm>
            <a:off x="63246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681"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Rundown • approvals • status</a:t>
            </a:r>
          </a:p>
        </p:txBody>
      </p:sp>
      <p:sp>
        <p:nvSpPr>
          <p:cNvPr id="64" name="!!evs-64">
            <a:extLst>
              <a:ext uri="{FF2B5EF4-FFF2-40B4-BE49-F238E27FC236}">
                <a16:creationId xmlns:a16="http://schemas.microsoft.com/office/drawing/2014/main" id="{AEF3FC3D-94E7-4D10-9647-5041BEFD47D1}"/>
              </a:ext>
            </a:extLst>
          </p:cNvPr>
          <p:cNvSpPr>
            <a:spLocks noGrp="1"/>
          </p:cNvSpPr>
          <p:nvPr/>
        </p:nvSpPr>
        <p:spPr>
          <a:xfrm>
            <a:off x="76866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5" name="!!evs-65">
            <a:extLst>
              <a:ext uri="{FF2B5EF4-FFF2-40B4-BE49-F238E27FC236}">
                <a16:creationId xmlns:a16="http://schemas.microsoft.com/office/drawing/2014/main" id="{B886F13F-5C88-4943-A01B-C6A67FA3E5F4}"/>
              </a:ext>
            </a:extLst>
          </p:cNvPr>
          <p:cNvSpPr>
            <a:spLocks noGrp="1"/>
          </p:cNvSpPr>
          <p:nvPr/>
        </p:nvSpPr>
        <p:spPr>
          <a:xfrm>
            <a:off x="76390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66" name="!!evs-66">
            <a:extLst>
              <a:ext uri="{FF2B5EF4-FFF2-40B4-BE49-F238E27FC236}">
                <a16:creationId xmlns:a16="http://schemas.microsoft.com/office/drawing/2014/main" id="{087824FA-B3D0-4C31-BB76-3C723980F095}"/>
              </a:ext>
            </a:extLst>
          </p:cNvPr>
          <p:cNvSpPr>
            <a:spLocks noGrp="1"/>
          </p:cNvSpPr>
          <p:nvPr/>
        </p:nvSpPr>
        <p:spPr>
          <a:xfrm>
            <a:off x="8234934" y="1846034"/>
            <a:ext cx="427482" cy="427482"/>
          </a:xfrm>
          <a:prstGeom prst="ellipse">
            <a:avLst/>
          </a:prstGeom>
          <a:solidFill>
            <a:srgbClr val="041522"/>
          </a:solidFill>
          <a:ln w="33020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7" name="!!evs-67">
            <a:extLst>
              <a:ext uri="{FF2B5EF4-FFF2-40B4-BE49-F238E27FC236}">
                <a16:creationId xmlns:a16="http://schemas.microsoft.com/office/drawing/2014/main" id="{C41E1F2F-B7AD-4175-897D-1FF8060706E5}"/>
              </a:ext>
            </a:extLst>
          </p:cNvPr>
          <p:cNvSpPr>
            <a:spLocks noGrp="1"/>
          </p:cNvSpPr>
          <p:nvPr/>
        </p:nvSpPr>
        <p:spPr>
          <a:xfrm>
            <a:off x="8234934" y="1860131"/>
            <a:ext cx="427482" cy="3897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pic>
        <p:nvPicPr>
          <p:cNvPr id="68" name="!!evs-68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8191500" y="2270275"/>
            <a:ext cx="514350" cy="514350"/>
          </a:xfrm>
          <a:prstGeom prst="rect">
            <a:avLst/>
          </a:prstGeom>
        </p:spPr>
      </p:pic>
      <p:sp>
        <p:nvSpPr>
          <p:cNvPr id="69" name="!!evs-69">
            <a:extLst>
              <a:ext uri="{FF2B5EF4-FFF2-40B4-BE49-F238E27FC236}">
                <a16:creationId xmlns:a16="http://schemas.microsoft.com/office/drawing/2014/main" id="{99F95D8A-DAD1-47EE-BF12-8962197F2B3E}"/>
              </a:ext>
            </a:extLst>
          </p:cNvPr>
          <p:cNvSpPr>
            <a:spLocks noGrp="1"/>
          </p:cNvSpPr>
          <p:nvPr/>
        </p:nvSpPr>
        <p:spPr>
          <a:xfrm>
            <a:off x="77724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ENRICH</a:t>
            </a:r>
          </a:p>
        </p:txBody>
      </p:sp>
      <p:sp>
        <p:nvSpPr>
          <p:cNvPr id="70" name="!!evs-70">
            <a:extLst>
              <a:ext uri="{FF2B5EF4-FFF2-40B4-BE49-F238E27FC236}">
                <a16:creationId xmlns:a16="http://schemas.microsoft.com/office/drawing/2014/main" id="{CA89AC6B-410B-441E-8561-D0511D7AC054}"/>
              </a:ext>
            </a:extLst>
          </p:cNvPr>
          <p:cNvSpPr>
            <a:spLocks noGrp="1"/>
          </p:cNvSpPr>
          <p:nvPr/>
        </p:nvSpPr>
        <p:spPr>
          <a:xfrm>
            <a:off x="78105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681"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DDF5FF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DDF5FF"/>
                </a:solidFill>
                <a:latin typeface="Aptos"/>
                <a:ea typeface="Aptos"/>
                <a:cs typeface="Aptos"/>
              </a:rPr>
              <a:t>Graphics • captions • automation</a:t>
            </a:r>
          </a:p>
        </p:txBody>
      </p:sp>
      <p:sp>
        <p:nvSpPr>
          <p:cNvPr id="71" name="!!evs-71">
            <a:extLst>
              <a:ext uri="{FF2B5EF4-FFF2-40B4-BE49-F238E27FC236}">
                <a16:creationId xmlns:a16="http://schemas.microsoft.com/office/drawing/2014/main" id="{3969CE09-7356-4DD9-99A1-9CC15041CE1A}"/>
              </a:ext>
            </a:extLst>
          </p:cNvPr>
          <p:cNvSpPr>
            <a:spLocks noGrp="1"/>
          </p:cNvSpPr>
          <p:nvPr/>
        </p:nvSpPr>
        <p:spPr>
          <a:xfrm>
            <a:off x="91725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2" name="!!evs-72">
            <a:extLst>
              <a:ext uri="{FF2B5EF4-FFF2-40B4-BE49-F238E27FC236}">
                <a16:creationId xmlns:a16="http://schemas.microsoft.com/office/drawing/2014/main" id="{1F0A3DDF-1FE6-4C42-8E83-C5778A02ADCB}"/>
              </a:ext>
            </a:extLst>
          </p:cNvPr>
          <p:cNvSpPr>
            <a:spLocks noGrp="1"/>
          </p:cNvSpPr>
          <p:nvPr/>
        </p:nvSpPr>
        <p:spPr>
          <a:xfrm>
            <a:off x="91249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73" name="!!evs-73">
            <a:extLst>
              <a:ext uri="{FF2B5EF4-FFF2-40B4-BE49-F238E27FC236}">
                <a16:creationId xmlns:a16="http://schemas.microsoft.com/office/drawing/2014/main" id="{E3A13548-8DEC-4242-A4C4-807BC8AA539D}"/>
              </a:ext>
            </a:extLst>
          </p:cNvPr>
          <p:cNvSpPr>
            <a:spLocks noGrp="1"/>
          </p:cNvSpPr>
          <p:nvPr/>
        </p:nvSpPr>
        <p:spPr>
          <a:xfrm>
            <a:off x="97726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4" name="!!evs-74">
            <a:extLst>
              <a:ext uri="{FF2B5EF4-FFF2-40B4-BE49-F238E27FC236}">
                <a16:creationId xmlns:a16="http://schemas.microsoft.com/office/drawing/2014/main" id="{76479C2D-43B9-4420-9187-9F75D04020B2}"/>
              </a:ext>
            </a:extLst>
          </p:cNvPr>
          <p:cNvSpPr>
            <a:spLocks noGrp="1"/>
          </p:cNvSpPr>
          <p:nvPr/>
        </p:nvSpPr>
        <p:spPr>
          <a:xfrm>
            <a:off x="97726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7</a:t>
            </a:r>
          </a:p>
        </p:txBody>
      </p:sp>
      <p:pic>
        <p:nvPicPr>
          <p:cNvPr id="75" name="!!evs-75"/>
          <p:cNvPicPr>
            <a:picLocks noChangeAspect="1"/>
          </p:cNvPicPr>
          <p:nvPr/>
        </p:nvPicPr>
        <p:blipFill>
          <a:blip r:embed="rId9">
            <a:alphaModFix amt="38000"/>
          </a:blip>
          <a:stretch/>
        </p:blipFill>
        <p:spPr>
          <a:xfrm>
            <a:off x="9744075" y="2266950"/>
            <a:ext cx="381000" cy="381000"/>
          </a:xfrm>
          <a:prstGeom prst="rect">
            <a:avLst/>
          </a:prstGeom>
        </p:spPr>
      </p:pic>
      <p:sp>
        <p:nvSpPr>
          <p:cNvPr id="76" name="!!evs-76">
            <a:extLst>
              <a:ext uri="{FF2B5EF4-FFF2-40B4-BE49-F238E27FC236}">
                <a16:creationId xmlns:a16="http://schemas.microsoft.com/office/drawing/2014/main" id="{C9042E39-6F9F-4DE7-A582-3D04CDF71F1A}"/>
              </a:ext>
            </a:extLst>
          </p:cNvPr>
          <p:cNvSpPr>
            <a:spLocks noGrp="1"/>
          </p:cNvSpPr>
          <p:nvPr/>
        </p:nvSpPr>
        <p:spPr>
          <a:xfrm>
            <a:off x="92583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DELIVER</a:t>
            </a:r>
          </a:p>
        </p:txBody>
      </p:sp>
      <p:sp>
        <p:nvSpPr>
          <p:cNvPr id="77" name="!!evs-77">
            <a:extLst>
              <a:ext uri="{FF2B5EF4-FFF2-40B4-BE49-F238E27FC236}">
                <a16:creationId xmlns:a16="http://schemas.microsoft.com/office/drawing/2014/main" id="{064CD8C8-B6C2-4D55-B6C9-EB09B8C760F4}"/>
              </a:ext>
            </a:extLst>
          </p:cNvPr>
          <p:cNvSpPr>
            <a:spLocks noGrp="1"/>
          </p:cNvSpPr>
          <p:nvPr/>
        </p:nvSpPr>
        <p:spPr>
          <a:xfrm>
            <a:off x="92964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Broadcast • web • social</a:t>
            </a:r>
          </a:p>
        </p:txBody>
      </p:sp>
      <p:sp>
        <p:nvSpPr>
          <p:cNvPr id="78" name="!!evs-78">
            <a:extLst>
              <a:ext uri="{FF2B5EF4-FFF2-40B4-BE49-F238E27FC236}">
                <a16:creationId xmlns:a16="http://schemas.microsoft.com/office/drawing/2014/main" id="{62CB608B-1EAB-4C56-B18B-03A01CC285E5}"/>
              </a:ext>
            </a:extLst>
          </p:cNvPr>
          <p:cNvSpPr>
            <a:spLocks noGrp="1"/>
          </p:cNvSpPr>
          <p:nvPr/>
        </p:nvSpPr>
        <p:spPr>
          <a:xfrm>
            <a:off x="106584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9" name="!!evs-79">
            <a:extLst>
              <a:ext uri="{FF2B5EF4-FFF2-40B4-BE49-F238E27FC236}">
                <a16:creationId xmlns:a16="http://schemas.microsoft.com/office/drawing/2014/main" id="{343A81A5-E901-489A-97D9-B9CD9CBA0678}"/>
              </a:ext>
            </a:extLst>
          </p:cNvPr>
          <p:cNvSpPr>
            <a:spLocks noGrp="1"/>
          </p:cNvSpPr>
          <p:nvPr/>
        </p:nvSpPr>
        <p:spPr>
          <a:xfrm>
            <a:off x="106108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80" name="!!evs-80">
            <a:extLst>
              <a:ext uri="{FF2B5EF4-FFF2-40B4-BE49-F238E27FC236}">
                <a16:creationId xmlns:a16="http://schemas.microsoft.com/office/drawing/2014/main" id="{73C67DA5-5403-454E-BD3D-B576E71A9DD9}"/>
              </a:ext>
            </a:extLst>
          </p:cNvPr>
          <p:cNvSpPr>
            <a:spLocks noGrp="1"/>
          </p:cNvSpPr>
          <p:nvPr/>
        </p:nvSpPr>
        <p:spPr>
          <a:xfrm>
            <a:off x="112585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1" name="!!evs-81">
            <a:extLst>
              <a:ext uri="{FF2B5EF4-FFF2-40B4-BE49-F238E27FC236}">
                <a16:creationId xmlns:a16="http://schemas.microsoft.com/office/drawing/2014/main" id="{CA0A1820-639C-45C0-B6FA-1F18BBC9FBC6}"/>
              </a:ext>
            </a:extLst>
          </p:cNvPr>
          <p:cNvSpPr>
            <a:spLocks noGrp="1"/>
          </p:cNvSpPr>
          <p:nvPr/>
        </p:nvSpPr>
        <p:spPr>
          <a:xfrm>
            <a:off x="112585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8</a:t>
            </a:r>
          </a:p>
        </p:txBody>
      </p:sp>
      <p:pic>
        <p:nvPicPr>
          <p:cNvPr id="82" name="!!evs-82"/>
          <p:cNvPicPr>
            <a:picLocks noChangeAspect="1"/>
          </p:cNvPicPr>
          <p:nvPr/>
        </p:nvPicPr>
        <p:blipFill>
          <a:blip r:embed="rId10">
            <a:alphaModFix amt="38000"/>
          </a:blip>
          <a:stretch/>
        </p:blipFill>
        <p:spPr>
          <a:xfrm>
            <a:off x="11229975" y="2266950"/>
            <a:ext cx="381000" cy="381000"/>
          </a:xfrm>
          <a:prstGeom prst="rect">
            <a:avLst/>
          </a:prstGeom>
        </p:spPr>
      </p:pic>
      <p:sp>
        <p:nvSpPr>
          <p:cNvPr id="83" name="!!evs-83">
            <a:extLst>
              <a:ext uri="{FF2B5EF4-FFF2-40B4-BE49-F238E27FC236}">
                <a16:creationId xmlns:a16="http://schemas.microsoft.com/office/drawing/2014/main" id="{7C11AC9F-D256-4CEB-9612-93079CAAC6BB}"/>
              </a:ext>
            </a:extLst>
          </p:cNvPr>
          <p:cNvSpPr>
            <a:spLocks noGrp="1"/>
          </p:cNvSpPr>
          <p:nvPr/>
        </p:nvSpPr>
        <p:spPr>
          <a:xfrm>
            <a:off x="107442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PROTECT</a:t>
            </a:r>
          </a:p>
        </p:txBody>
      </p:sp>
      <p:sp>
        <p:nvSpPr>
          <p:cNvPr id="84" name="!!evs-84">
            <a:extLst>
              <a:ext uri="{FF2B5EF4-FFF2-40B4-BE49-F238E27FC236}">
                <a16:creationId xmlns:a16="http://schemas.microsoft.com/office/drawing/2014/main" id="{D136EEBC-5EEA-4317-832A-6CDAECB5CA59}"/>
              </a:ext>
            </a:extLst>
          </p:cNvPr>
          <p:cNvSpPr>
            <a:spLocks noGrp="1"/>
          </p:cNvSpPr>
          <p:nvPr/>
        </p:nvSpPr>
        <p:spPr>
          <a:xfrm>
            <a:off x="107823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043"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Permissions • audit • backup</a:t>
            </a:r>
          </a:p>
        </p:txBody>
      </p:sp>
      <p:sp>
        <p:nvSpPr>
          <p:cNvPr id="85" name="!!evs-85">
            <a:extLst>
              <a:ext uri="{FF2B5EF4-FFF2-40B4-BE49-F238E27FC236}">
                <a16:creationId xmlns:a16="http://schemas.microsoft.com/office/drawing/2014/main" id="{E2548952-CC3D-487E-AAEA-D171427089DB}"/>
              </a:ext>
            </a:extLst>
          </p:cNvPr>
          <p:cNvSpPr>
            <a:spLocks noGrp="1"/>
          </p:cNvSpPr>
          <p:nvPr/>
        </p:nvSpPr>
        <p:spPr>
          <a:xfrm>
            <a:off x="638175" y="3705225"/>
            <a:ext cx="10915650" cy="19050"/>
          </a:xfrm>
          <a:prstGeom prst="rect">
            <a:avLst/>
          </a:prstGeom>
          <a:solidFill>
            <a:srgbClr val="238EC0">
              <a:alpha val="7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6" name="!!evs-86">
            <a:extLst>
              <a:ext uri="{FF2B5EF4-FFF2-40B4-BE49-F238E27FC236}">
                <a16:creationId xmlns:a16="http://schemas.microsoft.com/office/drawing/2014/main" id="{E2590127-FE6B-4CD3-A556-424A212AA65A}"/>
              </a:ext>
            </a:extLst>
          </p:cNvPr>
          <p:cNvSpPr>
            <a:spLocks noGrp="1"/>
          </p:cNvSpPr>
          <p:nvPr/>
        </p:nvSpPr>
        <p:spPr>
          <a:xfrm>
            <a:off x="10096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7" name="!!evs-87">
            <a:extLst>
              <a:ext uri="{FF2B5EF4-FFF2-40B4-BE49-F238E27FC236}">
                <a16:creationId xmlns:a16="http://schemas.microsoft.com/office/drawing/2014/main" id="{2EDF0EAD-F3F4-4781-B223-F5A0F98EDD48}"/>
              </a:ext>
            </a:extLst>
          </p:cNvPr>
          <p:cNvSpPr>
            <a:spLocks noGrp="1"/>
          </p:cNvSpPr>
          <p:nvPr/>
        </p:nvSpPr>
        <p:spPr>
          <a:xfrm>
            <a:off x="9810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8" name="!!evs-88">
            <a:extLst>
              <a:ext uri="{FF2B5EF4-FFF2-40B4-BE49-F238E27FC236}">
                <a16:creationId xmlns:a16="http://schemas.microsoft.com/office/drawing/2014/main" id="{B75A5305-EB8F-4EB2-894C-2F932DABCDC8}"/>
              </a:ext>
            </a:extLst>
          </p:cNvPr>
          <p:cNvSpPr>
            <a:spLocks noGrp="1"/>
          </p:cNvSpPr>
          <p:nvPr/>
        </p:nvSpPr>
        <p:spPr>
          <a:xfrm>
            <a:off x="24955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9" name="!!evs-89">
            <a:extLst>
              <a:ext uri="{FF2B5EF4-FFF2-40B4-BE49-F238E27FC236}">
                <a16:creationId xmlns:a16="http://schemas.microsoft.com/office/drawing/2014/main" id="{2539F03D-416B-4279-B6E2-2BB0E2B3B469}"/>
              </a:ext>
            </a:extLst>
          </p:cNvPr>
          <p:cNvSpPr>
            <a:spLocks noGrp="1"/>
          </p:cNvSpPr>
          <p:nvPr/>
        </p:nvSpPr>
        <p:spPr>
          <a:xfrm>
            <a:off x="24669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0" name="!!evs-90">
            <a:extLst>
              <a:ext uri="{FF2B5EF4-FFF2-40B4-BE49-F238E27FC236}">
                <a16:creationId xmlns:a16="http://schemas.microsoft.com/office/drawing/2014/main" id="{BBB6EDAA-42FB-4444-8C07-C600DB2CC18D}"/>
              </a:ext>
            </a:extLst>
          </p:cNvPr>
          <p:cNvSpPr>
            <a:spLocks noGrp="1"/>
          </p:cNvSpPr>
          <p:nvPr/>
        </p:nvSpPr>
        <p:spPr>
          <a:xfrm>
            <a:off x="39814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1" name="!!evs-91">
            <a:extLst>
              <a:ext uri="{FF2B5EF4-FFF2-40B4-BE49-F238E27FC236}">
                <a16:creationId xmlns:a16="http://schemas.microsoft.com/office/drawing/2014/main" id="{AC63C304-3ECF-4447-9DCC-F7AD54062E4A}"/>
              </a:ext>
            </a:extLst>
          </p:cNvPr>
          <p:cNvSpPr>
            <a:spLocks noGrp="1"/>
          </p:cNvSpPr>
          <p:nvPr/>
        </p:nvSpPr>
        <p:spPr>
          <a:xfrm>
            <a:off x="39528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2" name="!!evs-92">
            <a:extLst>
              <a:ext uri="{FF2B5EF4-FFF2-40B4-BE49-F238E27FC236}">
                <a16:creationId xmlns:a16="http://schemas.microsoft.com/office/drawing/2014/main" id="{EDCB6E99-D008-489B-9EF1-97C0524D21DC}"/>
              </a:ext>
            </a:extLst>
          </p:cNvPr>
          <p:cNvSpPr>
            <a:spLocks noGrp="1"/>
          </p:cNvSpPr>
          <p:nvPr/>
        </p:nvSpPr>
        <p:spPr>
          <a:xfrm>
            <a:off x="54673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3" name="!!evs-93">
            <a:extLst>
              <a:ext uri="{FF2B5EF4-FFF2-40B4-BE49-F238E27FC236}">
                <a16:creationId xmlns:a16="http://schemas.microsoft.com/office/drawing/2014/main" id="{DA5DBB0C-4A51-4B0A-BBE8-86EAB20FEE44}"/>
              </a:ext>
            </a:extLst>
          </p:cNvPr>
          <p:cNvSpPr>
            <a:spLocks noGrp="1"/>
          </p:cNvSpPr>
          <p:nvPr/>
        </p:nvSpPr>
        <p:spPr>
          <a:xfrm>
            <a:off x="54387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4" name="!!evs-94">
            <a:extLst>
              <a:ext uri="{FF2B5EF4-FFF2-40B4-BE49-F238E27FC236}">
                <a16:creationId xmlns:a16="http://schemas.microsoft.com/office/drawing/2014/main" id="{7FD6BFA2-BD1F-4C13-B652-4442CE244047}"/>
              </a:ext>
            </a:extLst>
          </p:cNvPr>
          <p:cNvSpPr>
            <a:spLocks noGrp="1"/>
          </p:cNvSpPr>
          <p:nvPr/>
        </p:nvSpPr>
        <p:spPr>
          <a:xfrm>
            <a:off x="69532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5" name="!!evs-95">
            <a:extLst>
              <a:ext uri="{FF2B5EF4-FFF2-40B4-BE49-F238E27FC236}">
                <a16:creationId xmlns:a16="http://schemas.microsoft.com/office/drawing/2014/main" id="{A2FF0313-9A88-4543-B35A-A12D2B0A87A2}"/>
              </a:ext>
            </a:extLst>
          </p:cNvPr>
          <p:cNvSpPr>
            <a:spLocks noGrp="1"/>
          </p:cNvSpPr>
          <p:nvPr/>
        </p:nvSpPr>
        <p:spPr>
          <a:xfrm>
            <a:off x="69246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6" name="!!evs-96">
            <a:extLst>
              <a:ext uri="{FF2B5EF4-FFF2-40B4-BE49-F238E27FC236}">
                <a16:creationId xmlns:a16="http://schemas.microsoft.com/office/drawing/2014/main" id="{FFFB27CF-E3A6-4074-9DB7-5F84C134A05A}"/>
              </a:ext>
            </a:extLst>
          </p:cNvPr>
          <p:cNvSpPr>
            <a:spLocks noGrp="1"/>
          </p:cNvSpPr>
          <p:nvPr/>
        </p:nvSpPr>
        <p:spPr>
          <a:xfrm>
            <a:off x="84391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7" name="!!evs-97">
            <a:extLst>
              <a:ext uri="{FF2B5EF4-FFF2-40B4-BE49-F238E27FC236}">
                <a16:creationId xmlns:a16="http://schemas.microsoft.com/office/drawing/2014/main" id="{841846A0-6779-40CE-9B76-4694C566937E}"/>
              </a:ext>
            </a:extLst>
          </p:cNvPr>
          <p:cNvSpPr>
            <a:spLocks noGrp="1"/>
          </p:cNvSpPr>
          <p:nvPr/>
        </p:nvSpPr>
        <p:spPr>
          <a:xfrm>
            <a:off x="84105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8" name="!!evs-98">
            <a:extLst>
              <a:ext uri="{FF2B5EF4-FFF2-40B4-BE49-F238E27FC236}">
                <a16:creationId xmlns:a16="http://schemas.microsoft.com/office/drawing/2014/main" id="{BDBD97F4-71D1-4E30-A52A-8AEACA5232EF}"/>
              </a:ext>
            </a:extLst>
          </p:cNvPr>
          <p:cNvSpPr>
            <a:spLocks noGrp="1"/>
          </p:cNvSpPr>
          <p:nvPr/>
        </p:nvSpPr>
        <p:spPr>
          <a:xfrm>
            <a:off x="99250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9" name="!!evs-99">
            <a:extLst>
              <a:ext uri="{FF2B5EF4-FFF2-40B4-BE49-F238E27FC236}">
                <a16:creationId xmlns:a16="http://schemas.microsoft.com/office/drawing/2014/main" id="{146B5E67-EB68-4DFD-86E3-A9D6F05F7247}"/>
              </a:ext>
            </a:extLst>
          </p:cNvPr>
          <p:cNvSpPr>
            <a:spLocks noGrp="1"/>
          </p:cNvSpPr>
          <p:nvPr/>
        </p:nvSpPr>
        <p:spPr>
          <a:xfrm>
            <a:off x="98964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0" name="!!evs-100">
            <a:extLst>
              <a:ext uri="{FF2B5EF4-FFF2-40B4-BE49-F238E27FC236}">
                <a16:creationId xmlns:a16="http://schemas.microsoft.com/office/drawing/2014/main" id="{B4813ED1-2468-4DBA-9310-14152D49AF7A}"/>
              </a:ext>
            </a:extLst>
          </p:cNvPr>
          <p:cNvSpPr>
            <a:spLocks noGrp="1"/>
          </p:cNvSpPr>
          <p:nvPr/>
        </p:nvSpPr>
        <p:spPr>
          <a:xfrm>
            <a:off x="114109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1" name="!!evs-101">
            <a:extLst>
              <a:ext uri="{FF2B5EF4-FFF2-40B4-BE49-F238E27FC236}">
                <a16:creationId xmlns:a16="http://schemas.microsoft.com/office/drawing/2014/main" id="{3CCFFB07-DD31-4E89-97D6-809E0F46BBA5}"/>
              </a:ext>
            </a:extLst>
          </p:cNvPr>
          <p:cNvSpPr>
            <a:spLocks noGrp="1"/>
          </p:cNvSpPr>
          <p:nvPr/>
        </p:nvSpPr>
        <p:spPr>
          <a:xfrm>
            <a:off x="113823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2" name="!!evs-102">
            <a:extLst>
              <a:ext uri="{FF2B5EF4-FFF2-40B4-BE49-F238E27FC236}">
                <a16:creationId xmlns:a16="http://schemas.microsoft.com/office/drawing/2014/main" id="{BCF93FF7-A15D-4F31-A827-003F550A8669}"/>
              </a:ext>
            </a:extLst>
          </p:cNvPr>
          <p:cNvSpPr>
            <a:spLocks noGrp="1"/>
          </p:cNvSpPr>
          <p:nvPr/>
        </p:nvSpPr>
        <p:spPr>
          <a:xfrm>
            <a:off x="400050" y="3905250"/>
            <a:ext cx="11391900" cy="9525"/>
          </a:xfrm>
          <a:prstGeom prst="rect">
            <a:avLst/>
          </a:prstGeom>
          <a:solidFill>
            <a:srgbClr val="58D9FF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3" name="!!evs-103">
            <a:extLst>
              <a:ext uri="{FF2B5EF4-FFF2-40B4-BE49-F238E27FC236}">
                <a16:creationId xmlns:a16="http://schemas.microsoft.com/office/drawing/2014/main" id="{2D7E5887-CE8D-4BAC-93E8-B65EA07C8F03}"/>
              </a:ext>
            </a:extLst>
          </p:cNvPr>
          <p:cNvSpPr>
            <a:spLocks noGrp="1"/>
          </p:cNvSpPr>
          <p:nvPr/>
        </p:nvSpPr>
        <p:spPr>
          <a:xfrm>
            <a:off x="400050" y="4943475"/>
            <a:ext cx="11391900" cy="9525"/>
          </a:xfrm>
          <a:prstGeom prst="rect">
            <a:avLst/>
          </a:prstGeom>
          <a:solidFill>
            <a:srgbClr val="238EC0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4" name="!!evs-104">
            <a:extLst>
              <a:ext uri="{FF2B5EF4-FFF2-40B4-BE49-F238E27FC236}">
                <a16:creationId xmlns:a16="http://schemas.microsoft.com/office/drawing/2014/main" id="{BC4F0EB1-7828-48A9-AFD3-03246BC0E0A8}"/>
              </a:ext>
            </a:extLst>
          </p:cNvPr>
          <p:cNvSpPr>
            <a:spLocks noGrp="1"/>
          </p:cNvSpPr>
          <p:nvPr/>
        </p:nvSpPr>
        <p:spPr>
          <a:xfrm>
            <a:off x="3695700" y="3962400"/>
            <a:ext cx="4800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POWERED BY A UNIFIED MEDIA FOUNDATION</a:t>
            </a:r>
          </a:p>
        </p:txBody>
      </p:sp>
      <p:pic>
        <p:nvPicPr>
          <p:cNvPr id="105" name="!!evs-105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685800" y="4129412"/>
            <a:ext cx="1809750" cy="637526"/>
          </a:xfrm>
          <a:prstGeom prst="rect">
            <a:avLst/>
          </a:prstGeom>
        </p:spPr>
      </p:pic>
      <p:pic>
        <p:nvPicPr>
          <p:cNvPr id="106" name="!!evs-106"/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9658350" y="4122701"/>
            <a:ext cx="1847850" cy="650947"/>
          </a:xfrm>
          <a:prstGeom prst="rect">
            <a:avLst/>
          </a:prstGeom>
        </p:spPr>
      </p:pic>
      <p:sp>
        <p:nvSpPr>
          <p:cNvPr id="107" name="!!evs-107">
            <a:extLst>
              <a:ext uri="{FF2B5EF4-FFF2-40B4-BE49-F238E27FC236}">
                <a16:creationId xmlns:a16="http://schemas.microsoft.com/office/drawing/2014/main" id="{F599F316-9A2A-4C84-AC82-A8EC9F24E75F}"/>
              </a:ext>
            </a:extLst>
          </p:cNvPr>
          <p:cNvSpPr>
            <a:spLocks noGrp="1"/>
          </p:cNvSpPr>
          <p:nvPr/>
        </p:nvSpPr>
        <p:spPr>
          <a:xfrm>
            <a:off x="876300" y="4705350"/>
            <a:ext cx="1447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rPr>
              <a:t>XS-VIA</a:t>
            </a:r>
          </a:p>
        </p:txBody>
      </p:sp>
      <p:sp>
        <p:nvSpPr>
          <p:cNvPr id="108" name="!!evs-108">
            <a:extLst>
              <a:ext uri="{FF2B5EF4-FFF2-40B4-BE49-F238E27FC236}">
                <a16:creationId xmlns:a16="http://schemas.microsoft.com/office/drawing/2014/main" id="{564E3D0D-1B9C-4E72-8F0A-C740A3EF96D2}"/>
              </a:ext>
            </a:extLst>
          </p:cNvPr>
          <p:cNvSpPr>
            <a:spLocks noGrp="1"/>
          </p:cNvSpPr>
          <p:nvPr/>
        </p:nvSpPr>
        <p:spPr>
          <a:xfrm>
            <a:off x="876300" y="4857750"/>
            <a:ext cx="14478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INGEST &amp; PLAYOUT</a:t>
            </a:r>
          </a:p>
        </p:txBody>
      </p:sp>
      <p:sp>
        <p:nvSpPr>
          <p:cNvPr id="109" name="!!evs-109">
            <a:extLst>
              <a:ext uri="{FF2B5EF4-FFF2-40B4-BE49-F238E27FC236}">
                <a16:creationId xmlns:a16="http://schemas.microsoft.com/office/drawing/2014/main" id="{457AD0BA-7CD2-4D95-AA8B-38DDAA41C928}"/>
              </a:ext>
            </a:extLst>
          </p:cNvPr>
          <p:cNvSpPr>
            <a:spLocks noGrp="1"/>
          </p:cNvSpPr>
          <p:nvPr/>
        </p:nvSpPr>
        <p:spPr>
          <a:xfrm>
            <a:off x="9810750" y="4705350"/>
            <a:ext cx="1543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rPr>
              <a:t>XSstore</a:t>
            </a:r>
          </a:p>
        </p:txBody>
      </p:sp>
      <p:sp>
        <p:nvSpPr>
          <p:cNvPr id="110" name="!!evs-110">
            <a:extLst>
              <a:ext uri="{FF2B5EF4-FFF2-40B4-BE49-F238E27FC236}">
                <a16:creationId xmlns:a16="http://schemas.microsoft.com/office/drawing/2014/main" id="{CCB4B253-E05B-4D4B-A656-06469EC530EB}"/>
              </a:ext>
            </a:extLst>
          </p:cNvPr>
          <p:cNvSpPr>
            <a:spLocks noGrp="1"/>
          </p:cNvSpPr>
          <p:nvPr/>
        </p:nvSpPr>
        <p:spPr>
          <a:xfrm>
            <a:off x="9810750" y="4857750"/>
            <a:ext cx="15430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NEARLINE STORAGE</a:t>
            </a:r>
          </a:p>
        </p:txBody>
      </p:sp>
      <p:sp>
        <p:nvSpPr>
          <p:cNvPr id="111" name="!!evs-111">
            <a:extLst>
              <a:ext uri="{FF2B5EF4-FFF2-40B4-BE49-F238E27FC236}">
                <a16:creationId xmlns:a16="http://schemas.microsoft.com/office/drawing/2014/main" id="{5E2F406C-5341-4519-A2DB-F0897099EA73}"/>
              </a:ext>
            </a:extLst>
          </p:cNvPr>
          <p:cNvSpPr>
            <a:spLocks noGrp="1"/>
          </p:cNvSpPr>
          <p:nvPr/>
        </p:nvSpPr>
        <p:spPr>
          <a:xfrm>
            <a:off x="2990850" y="4295775"/>
            <a:ext cx="2905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491"/>
          </a:bodyPr>
          <a:lstStyle/>
          <a:p>
            <a:pPr algn="r">
              <a:lnSpc>
                <a:spcPct val="100000"/>
              </a:lnSpc>
              <a:buNone/>
              <a:def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MediaCeption</a:t>
            </a:r>
          </a:p>
        </p:txBody>
      </p:sp>
      <p:sp>
        <p:nvSpPr>
          <p:cNvPr id="112" name="!!evs-112">
            <a:extLst>
              <a:ext uri="{FF2B5EF4-FFF2-40B4-BE49-F238E27FC236}">
                <a16:creationId xmlns:a16="http://schemas.microsoft.com/office/drawing/2014/main" id="{2DE80D2E-4560-42C4-B83C-EBFE288E3C05}"/>
              </a:ext>
            </a:extLst>
          </p:cNvPr>
          <p:cNvSpPr>
            <a:spLocks noGrp="1"/>
          </p:cNvSpPr>
          <p:nvPr/>
        </p:nvSpPr>
        <p:spPr>
          <a:xfrm>
            <a:off x="5981700" y="4305300"/>
            <a:ext cx="323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7500"/>
          </a:bodyPr>
          <a:lstStyle/>
          <a:p>
            <a:pPr algn="ctr">
              <a:lnSpc>
                <a:spcPct val="100000"/>
              </a:lnSpc>
              <a:buNone/>
              <a:defRPr sz="300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rPr>
              <a:t>+</a:t>
            </a:r>
          </a:p>
        </p:txBody>
      </p:sp>
      <p:sp>
        <p:nvSpPr>
          <p:cNvPr id="113" name="!!evs-113">
            <a:extLst>
              <a:ext uri="{FF2B5EF4-FFF2-40B4-BE49-F238E27FC236}">
                <a16:creationId xmlns:a16="http://schemas.microsoft.com/office/drawing/2014/main" id="{FC0C364D-99D1-4DAC-B63A-C826E4B26D58}"/>
              </a:ext>
            </a:extLst>
          </p:cNvPr>
          <p:cNvSpPr>
            <a:spLocks noGrp="1"/>
          </p:cNvSpPr>
          <p:nvPr/>
        </p:nvSpPr>
        <p:spPr>
          <a:xfrm>
            <a:off x="6381750" y="4295775"/>
            <a:ext cx="2724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491"/>
          </a:bodyPr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VIA MAP</a:t>
            </a:r>
          </a:p>
        </p:txBody>
      </p:sp>
      <p:sp>
        <p:nvSpPr>
          <p:cNvPr id="114" name="!!evs-114">
            <a:extLst>
              <a:ext uri="{FF2B5EF4-FFF2-40B4-BE49-F238E27FC236}">
                <a16:creationId xmlns:a16="http://schemas.microsoft.com/office/drawing/2014/main" id="{853C9AD8-2638-4DBD-B13C-5ED7F708373D}"/>
              </a:ext>
            </a:extLst>
          </p:cNvPr>
          <p:cNvSpPr>
            <a:spLocks noGrp="1"/>
          </p:cNvSpPr>
          <p:nvPr/>
        </p:nvSpPr>
        <p:spPr>
          <a:xfrm>
            <a:off x="4057650" y="4772025"/>
            <a:ext cx="4076700" cy="19050"/>
          </a:xfrm>
          <a:prstGeom prst="rect">
            <a:avLst/>
          </a:prstGeom>
          <a:gradFill>
            <a:gsLst>
              <a:gs pos="0">
                <a:srgbClr val="58D9FF">
                  <a:alpha val="0"/>
                </a:srgbClr>
              </a:gs>
              <a:gs pos="50000">
                <a:srgbClr val="58D9FF"/>
              </a:gs>
              <a:gs pos="100000">
                <a:srgbClr val="58D9FF">
                  <a:alpha val="0"/>
                </a:srgbClr>
              </a:gs>
            </a:gsLst>
            <a:lin ang="5400000"/>
          </a:gra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5" name="!!evs-115">
            <a:extLst>
              <a:ext uri="{FF2B5EF4-FFF2-40B4-BE49-F238E27FC236}">
                <a16:creationId xmlns:a16="http://schemas.microsoft.com/office/drawing/2014/main" id="{A5B217D6-DD14-4180-BFA1-66E2B8D916EF}"/>
              </a:ext>
            </a:extLst>
          </p:cNvPr>
          <p:cNvSpPr>
            <a:spLocks noGrp="1"/>
          </p:cNvSpPr>
          <p:nvPr/>
        </p:nvSpPr>
        <p:spPr>
          <a:xfrm>
            <a:off x="4171950" y="4819650"/>
            <a:ext cx="38481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CONNECTING CONTENT, PEOPLE, POSSIBILITIES</a:t>
            </a:r>
          </a:p>
        </p:txBody>
      </p:sp>
      <p:sp>
        <p:nvSpPr>
          <p:cNvPr id="116" name="!!evs-116">
            <a:extLst>
              <a:ext uri="{FF2B5EF4-FFF2-40B4-BE49-F238E27FC236}">
                <a16:creationId xmlns:a16="http://schemas.microsoft.com/office/drawing/2014/main" id="{2001F073-535A-45C6-B8EB-0105F988647E}"/>
              </a:ext>
            </a:extLst>
          </p:cNvPr>
          <p:cNvSpPr>
            <a:spLocks noGrp="1"/>
          </p:cNvSpPr>
          <p:nvPr/>
        </p:nvSpPr>
        <p:spPr>
          <a:xfrm>
            <a:off x="-1143000" y="6143625"/>
            <a:ext cx="14478000" cy="2857500"/>
          </a:xfrm>
          <a:prstGeom prst="ellipse">
            <a:avLst/>
          </a:prstGeom>
          <a:noFill/>
          <a:ln w="19050">
            <a:solidFill>
              <a:srgbClr val="0B3F5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17" name="!!evs-117"/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1533525" y="5153025"/>
            <a:ext cx="457200" cy="457200"/>
          </a:xfrm>
          <a:prstGeom prst="rect">
            <a:avLst/>
          </a:prstGeom>
        </p:spPr>
      </p:pic>
      <p:sp>
        <p:nvSpPr>
          <p:cNvPr id="118" name="!!evs-118">
            <a:extLst>
              <a:ext uri="{FF2B5EF4-FFF2-40B4-BE49-F238E27FC236}">
                <a16:creationId xmlns:a16="http://schemas.microsoft.com/office/drawing/2014/main" id="{00C747CA-E471-4342-AC0B-5B53B1D85097}"/>
              </a:ext>
            </a:extLst>
          </p:cNvPr>
          <p:cNvSpPr>
            <a:spLocks noGrp="1"/>
          </p:cNvSpPr>
          <p:nvPr/>
        </p:nvSpPr>
        <p:spPr>
          <a:xfrm>
            <a:off x="428625" y="56197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Faster to Air</a:t>
            </a:r>
          </a:p>
        </p:txBody>
      </p:sp>
      <p:sp>
        <p:nvSpPr>
          <p:cNvPr id="119" name="!!evs-119">
            <a:extLst>
              <a:ext uri="{FF2B5EF4-FFF2-40B4-BE49-F238E27FC236}">
                <a16:creationId xmlns:a16="http://schemas.microsoft.com/office/drawing/2014/main" id="{F60C23B0-FA43-4F60-BAFE-3FDDB0E48B2E}"/>
              </a:ext>
            </a:extLst>
          </p:cNvPr>
          <p:cNvSpPr>
            <a:spLocks noGrp="1"/>
          </p:cNvSpPr>
          <p:nvPr/>
        </p:nvSpPr>
        <p:spPr>
          <a:xfrm>
            <a:off x="428625" y="58864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TURN IDEAS INTO IMPACT</a:t>
            </a:r>
          </a:p>
        </p:txBody>
      </p:sp>
      <p:sp>
        <p:nvSpPr>
          <p:cNvPr id="120" name="!!evs-120">
            <a:extLst>
              <a:ext uri="{FF2B5EF4-FFF2-40B4-BE49-F238E27FC236}">
                <a16:creationId xmlns:a16="http://schemas.microsoft.com/office/drawing/2014/main" id="{07978FEB-7BFB-4979-9BF3-CAB5D324E911}"/>
              </a:ext>
            </a:extLst>
          </p:cNvPr>
          <p:cNvSpPr>
            <a:spLocks noGrp="1"/>
          </p:cNvSpPr>
          <p:nvPr/>
        </p:nvSpPr>
        <p:spPr>
          <a:xfrm>
            <a:off x="3219450" y="5219700"/>
            <a:ext cx="9525" cy="790575"/>
          </a:xfrm>
          <a:prstGeom prst="rect">
            <a:avLst/>
          </a:prstGeom>
          <a:solidFill>
            <a:srgbClr val="2B5B72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21" name="!!evs-121"/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4457700" y="5153025"/>
            <a:ext cx="457200" cy="457200"/>
          </a:xfrm>
          <a:prstGeom prst="rect">
            <a:avLst/>
          </a:prstGeom>
        </p:spPr>
      </p:pic>
      <p:sp>
        <p:nvSpPr>
          <p:cNvPr id="122" name="!!evs-122">
            <a:extLst>
              <a:ext uri="{FF2B5EF4-FFF2-40B4-BE49-F238E27FC236}">
                <a16:creationId xmlns:a16="http://schemas.microsoft.com/office/drawing/2014/main" id="{1479DCB8-C84B-448A-83F6-5360ACCCE4B7}"/>
              </a:ext>
            </a:extLst>
          </p:cNvPr>
          <p:cNvSpPr>
            <a:spLocks noGrp="1"/>
          </p:cNvSpPr>
          <p:nvPr/>
        </p:nvSpPr>
        <p:spPr>
          <a:xfrm>
            <a:off x="3352800" y="56197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Metadata Continuity</a:t>
            </a:r>
          </a:p>
        </p:txBody>
      </p:sp>
      <p:sp>
        <p:nvSpPr>
          <p:cNvPr id="123" name="!!evs-123">
            <a:extLst>
              <a:ext uri="{FF2B5EF4-FFF2-40B4-BE49-F238E27FC236}">
                <a16:creationId xmlns:a16="http://schemas.microsoft.com/office/drawing/2014/main" id="{9C98DEC2-5B44-4AE9-A8DE-4F4FF1E6861D}"/>
              </a:ext>
            </a:extLst>
          </p:cNvPr>
          <p:cNvSpPr>
            <a:spLocks noGrp="1"/>
          </p:cNvSpPr>
          <p:nvPr/>
        </p:nvSpPr>
        <p:spPr>
          <a:xfrm>
            <a:off x="3352800" y="58864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CONTEXT TODAY. VALUE TOMORROW.</a:t>
            </a:r>
          </a:p>
        </p:txBody>
      </p:sp>
      <p:sp>
        <p:nvSpPr>
          <p:cNvPr id="124" name="!!evs-124">
            <a:extLst>
              <a:ext uri="{FF2B5EF4-FFF2-40B4-BE49-F238E27FC236}">
                <a16:creationId xmlns:a16="http://schemas.microsoft.com/office/drawing/2014/main" id="{4508C7DF-4C6C-4A4B-8C8D-557F7B27AB6F}"/>
              </a:ext>
            </a:extLst>
          </p:cNvPr>
          <p:cNvSpPr>
            <a:spLocks noGrp="1"/>
          </p:cNvSpPr>
          <p:nvPr/>
        </p:nvSpPr>
        <p:spPr>
          <a:xfrm>
            <a:off x="6143625" y="5219700"/>
            <a:ext cx="9525" cy="790575"/>
          </a:xfrm>
          <a:prstGeom prst="rect">
            <a:avLst/>
          </a:prstGeom>
          <a:solidFill>
            <a:srgbClr val="2B5B72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25" name="!!evs-125"/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7381875" y="5153025"/>
            <a:ext cx="457200" cy="457200"/>
          </a:xfrm>
          <a:prstGeom prst="rect">
            <a:avLst/>
          </a:prstGeom>
        </p:spPr>
      </p:pic>
      <p:sp>
        <p:nvSpPr>
          <p:cNvPr id="126" name="!!evs-126">
            <a:extLst>
              <a:ext uri="{FF2B5EF4-FFF2-40B4-BE49-F238E27FC236}">
                <a16:creationId xmlns:a16="http://schemas.microsoft.com/office/drawing/2014/main" id="{823DEF9F-907C-4AB5-A0E0-6563E845A1A6}"/>
              </a:ext>
            </a:extLst>
          </p:cNvPr>
          <p:cNvSpPr>
            <a:spLocks noGrp="1"/>
          </p:cNvSpPr>
          <p:nvPr/>
        </p:nvSpPr>
        <p:spPr>
          <a:xfrm>
            <a:off x="6276975" y="56197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155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One Source, Multiple Screens</a:t>
            </a:r>
          </a:p>
        </p:txBody>
      </p:sp>
      <p:sp>
        <p:nvSpPr>
          <p:cNvPr id="127" name="!!evs-127">
            <a:extLst>
              <a:ext uri="{FF2B5EF4-FFF2-40B4-BE49-F238E27FC236}">
                <a16:creationId xmlns:a16="http://schemas.microsoft.com/office/drawing/2014/main" id="{56C3C6AE-9A8B-4AF1-B350-04809D48FCFF}"/>
              </a:ext>
            </a:extLst>
          </p:cNvPr>
          <p:cNvSpPr>
            <a:spLocks noGrp="1"/>
          </p:cNvSpPr>
          <p:nvPr/>
        </p:nvSpPr>
        <p:spPr>
          <a:xfrm>
            <a:off x="6276975" y="58864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A GREATER REACH FOR EVERY STORY</a:t>
            </a:r>
          </a:p>
        </p:txBody>
      </p:sp>
      <p:sp>
        <p:nvSpPr>
          <p:cNvPr id="128" name="!!evs-128">
            <a:extLst>
              <a:ext uri="{FF2B5EF4-FFF2-40B4-BE49-F238E27FC236}">
                <a16:creationId xmlns:a16="http://schemas.microsoft.com/office/drawing/2014/main" id="{9F7C7D0A-081D-4696-A9A0-B3661AE52A6A}"/>
              </a:ext>
            </a:extLst>
          </p:cNvPr>
          <p:cNvSpPr>
            <a:spLocks noGrp="1"/>
          </p:cNvSpPr>
          <p:nvPr/>
        </p:nvSpPr>
        <p:spPr>
          <a:xfrm>
            <a:off x="9067800" y="5219700"/>
            <a:ext cx="9525" cy="790575"/>
          </a:xfrm>
          <a:prstGeom prst="rect">
            <a:avLst/>
          </a:prstGeom>
          <a:solidFill>
            <a:srgbClr val="2B5B72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29" name="!!evs-129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0306050" y="5153025"/>
            <a:ext cx="457200" cy="457200"/>
          </a:xfrm>
          <a:prstGeom prst="rect">
            <a:avLst/>
          </a:prstGeom>
        </p:spPr>
      </p:pic>
      <p:sp>
        <p:nvSpPr>
          <p:cNvPr id="130" name="!!evs-130">
            <a:extLst>
              <a:ext uri="{FF2B5EF4-FFF2-40B4-BE49-F238E27FC236}">
                <a16:creationId xmlns:a16="http://schemas.microsoft.com/office/drawing/2014/main" id="{E8E9F661-E617-4926-85D5-358C9DBE1035}"/>
              </a:ext>
            </a:extLst>
          </p:cNvPr>
          <p:cNvSpPr>
            <a:spLocks noGrp="1"/>
          </p:cNvSpPr>
          <p:nvPr/>
        </p:nvSpPr>
        <p:spPr>
          <a:xfrm>
            <a:off x="9201150" y="56197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Resilient Operations</a:t>
            </a:r>
          </a:p>
        </p:txBody>
      </p:sp>
      <p:sp>
        <p:nvSpPr>
          <p:cNvPr id="131" name="!!evs-131">
            <a:extLst>
              <a:ext uri="{FF2B5EF4-FFF2-40B4-BE49-F238E27FC236}">
                <a16:creationId xmlns:a16="http://schemas.microsoft.com/office/drawing/2014/main" id="{89A151EF-6A0B-45E3-ADA5-1B8A82959147}"/>
              </a:ext>
            </a:extLst>
          </p:cNvPr>
          <p:cNvSpPr>
            <a:spLocks noGrp="1"/>
          </p:cNvSpPr>
          <p:nvPr/>
        </p:nvSpPr>
        <p:spPr>
          <a:xfrm>
            <a:off x="9201150" y="58864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READY FOR WHAT’S NEXT</a:t>
            </a:r>
          </a:p>
        </p:txBody>
      </p:sp>
      <p:sp>
        <p:nvSpPr>
          <p:cNvPr id="132" name="!!evs-132">
            <a:extLst>
              <a:ext uri="{FF2B5EF4-FFF2-40B4-BE49-F238E27FC236}">
                <a16:creationId xmlns:a16="http://schemas.microsoft.com/office/drawing/2014/main" id="{5CAF8EFF-349C-46F0-8F3B-56DD4A964C37}"/>
              </a:ext>
            </a:extLst>
          </p:cNvPr>
          <p:cNvSpPr>
            <a:spLocks noGrp="1"/>
          </p:cNvSpPr>
          <p:nvPr/>
        </p:nvSpPr>
        <p:spPr>
          <a:xfrm>
            <a:off x="3086100" y="6505575"/>
            <a:ext cx="2190750" cy="9525"/>
          </a:xfrm>
          <a:prstGeom prst="rect">
            <a:avLst/>
          </a:prstGeom>
          <a:solidFill>
            <a:srgbClr val="2B5B72">
              <a:alpha val="7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3" name="!!evs-133">
            <a:extLst>
              <a:ext uri="{FF2B5EF4-FFF2-40B4-BE49-F238E27FC236}">
                <a16:creationId xmlns:a16="http://schemas.microsoft.com/office/drawing/2014/main" id="{BAD64596-881E-42FC-BBE3-CB5D1E886C57}"/>
              </a:ext>
            </a:extLst>
          </p:cNvPr>
          <p:cNvSpPr>
            <a:spLocks noGrp="1"/>
          </p:cNvSpPr>
          <p:nvPr/>
        </p:nvSpPr>
        <p:spPr>
          <a:xfrm>
            <a:off x="6915150" y="6505575"/>
            <a:ext cx="2190750" cy="9525"/>
          </a:xfrm>
          <a:prstGeom prst="rect">
            <a:avLst/>
          </a:prstGeom>
          <a:solidFill>
            <a:srgbClr val="2B5B72">
              <a:alpha val="7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4" name="!!evs-134">
            <a:extLst>
              <a:ext uri="{FF2B5EF4-FFF2-40B4-BE49-F238E27FC236}">
                <a16:creationId xmlns:a16="http://schemas.microsoft.com/office/drawing/2014/main" id="{ECDCEAE9-BFE9-4934-94D2-0AFC42FB004C}"/>
              </a:ext>
            </a:extLst>
          </p:cNvPr>
          <p:cNvSpPr>
            <a:spLocks noGrp="1"/>
          </p:cNvSpPr>
          <p:nvPr/>
        </p:nvSpPr>
        <p:spPr>
          <a:xfrm>
            <a:off x="4905375" y="641985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NEWS MOVES THE WORLD FORWARD</a:t>
            </a:r>
          </a:p>
        </p:txBody>
      </p:sp>
      <p:sp>
        <p:nvSpPr>
          <p:cNvPr id="137" name="step-counter-6"/>
          <p:cNvSpPr txBox="1"/>
          <p:nvPr/>
        </p:nvSpPr>
        <p:spPr>
          <a:xfrm>
            <a:off x="10195560" y="1353312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58D9FF"/>
                </a:solidFill>
                <a:latin typeface="Aptos"/>
              </a:rPr>
              <a:t>STEP 6 OF 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!!evs-135"/>
          <p:cNvPicPr>
            <a:picLocks noChangeAspect="1"/>
          </p:cNvPicPr>
          <p:nvPr/>
        </p:nvPicPr>
        <p:blipFill>
          <a:blip r:embed="rId2"/>
          <a:srcRect l="11378" r="11378"/>
          <a:stretch>
            <a:fillRect/>
          </a:stretch>
        </p:blipFill>
        <p:spPr>
          <a:xfrm>
            <a:off x="6435090" y="0"/>
            <a:ext cx="5619750" cy="2047875"/>
          </a:xfrm>
          <a:prstGeom prst="rect">
            <a:avLst/>
          </a:prstGeom>
        </p:spPr>
      </p:pic>
      <p:sp>
        <p:nvSpPr>
          <p:cNvPr id="2" name="!!evs-2">
            <a:extLst>
              <a:ext uri="{FF2B5EF4-FFF2-40B4-BE49-F238E27FC236}">
                <a16:creationId xmlns:a16="http://schemas.microsoft.com/office/drawing/2014/main" id="{65AA2FAD-F874-401C-9C8D-5F7779ED37B5}"/>
              </a:ext>
            </a:extLst>
          </p:cNvPr>
          <p:cNvSpPr>
            <a:spLocks noGrp="1"/>
          </p:cNvSpPr>
          <p:nvPr/>
        </p:nvSpPr>
        <p:spPr>
          <a:xfrm>
            <a:off x="6191250" y="0"/>
            <a:ext cx="6000750" cy="2047875"/>
          </a:xfrm>
          <a:prstGeom prst="rect">
            <a:avLst/>
          </a:prstGeom>
          <a:gradFill>
            <a:gsLst>
              <a:gs pos="0">
                <a:srgbClr val="041522"/>
              </a:gs>
              <a:gs pos="45000">
                <a:srgbClr val="041522">
                  <a:alpha val="55000"/>
                </a:srgbClr>
              </a:gs>
              <a:gs pos="100000">
                <a:srgbClr val="041522">
                  <a:alpha val="18000"/>
                </a:srgbClr>
              </a:gs>
            </a:gsLst>
            <a:lin ang="5400000"/>
          </a:gra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!!evs-3">
            <a:extLst>
              <a:ext uri="{FF2B5EF4-FFF2-40B4-BE49-F238E27FC236}">
                <a16:creationId xmlns:a16="http://schemas.microsoft.com/office/drawing/2014/main" id="{DCB508B3-F20E-4CC4-AAD6-79CCC10F0778}"/>
              </a:ext>
            </a:extLst>
          </p:cNvPr>
          <p:cNvSpPr>
            <a:spLocks noGrp="1"/>
          </p:cNvSpPr>
          <p:nvPr/>
        </p:nvSpPr>
        <p:spPr>
          <a:xfrm>
            <a:off x="0" y="1619250"/>
            <a:ext cx="12192000" cy="428625"/>
          </a:xfrm>
          <a:prstGeom prst="rect">
            <a:avLst/>
          </a:prstGeom>
          <a:gradFill>
            <a:gsLst>
              <a:gs pos="0">
                <a:srgbClr val="041522">
                  <a:alpha val="0"/>
                </a:srgbClr>
              </a:gs>
              <a:gs pos="100000">
                <a:srgbClr val="041522"/>
              </a:gs>
            </a:gsLst>
            <a:lin ang="10800000"/>
          </a:gra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!!evs-4">
            <a:extLst>
              <a:ext uri="{FF2B5EF4-FFF2-40B4-BE49-F238E27FC236}">
                <a16:creationId xmlns:a16="http://schemas.microsoft.com/office/drawing/2014/main" id="{8DCFB74B-CC14-4044-8161-213547198D0A}"/>
              </a:ext>
            </a:extLst>
          </p:cNvPr>
          <p:cNvSpPr>
            <a:spLocks noGrp="1"/>
          </p:cNvSpPr>
          <p:nvPr/>
        </p:nvSpPr>
        <p:spPr>
          <a:xfrm>
            <a:off x="0" y="99060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!!evs-5">
            <a:extLst>
              <a:ext uri="{FF2B5EF4-FFF2-40B4-BE49-F238E27FC236}">
                <a16:creationId xmlns:a16="http://schemas.microsoft.com/office/drawing/2014/main" id="{7E8198F1-3843-43A7-BCE8-F8F2073DC915}"/>
              </a:ext>
            </a:extLst>
          </p:cNvPr>
          <p:cNvSpPr>
            <a:spLocks noGrp="1"/>
          </p:cNvSpPr>
          <p:nvPr/>
        </p:nvSpPr>
        <p:spPr>
          <a:xfrm>
            <a:off x="0" y="150495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!!evs-6">
            <a:extLst>
              <a:ext uri="{FF2B5EF4-FFF2-40B4-BE49-F238E27FC236}">
                <a16:creationId xmlns:a16="http://schemas.microsoft.com/office/drawing/2014/main" id="{A1E0B327-8F29-4250-A479-1E49B3F5C7CD}"/>
              </a:ext>
            </a:extLst>
          </p:cNvPr>
          <p:cNvSpPr>
            <a:spLocks noGrp="1"/>
          </p:cNvSpPr>
          <p:nvPr/>
        </p:nvSpPr>
        <p:spPr>
          <a:xfrm>
            <a:off x="0" y="201930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!!evs-7">
            <a:extLst>
              <a:ext uri="{FF2B5EF4-FFF2-40B4-BE49-F238E27FC236}">
                <a16:creationId xmlns:a16="http://schemas.microsoft.com/office/drawing/2014/main" id="{D0FC1A78-221C-4601-90E7-C3B73C809096}"/>
              </a:ext>
            </a:extLst>
          </p:cNvPr>
          <p:cNvSpPr>
            <a:spLocks noGrp="1"/>
          </p:cNvSpPr>
          <p:nvPr/>
        </p:nvSpPr>
        <p:spPr>
          <a:xfrm>
            <a:off x="0" y="253365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!!evs-8">
            <a:extLst>
              <a:ext uri="{FF2B5EF4-FFF2-40B4-BE49-F238E27FC236}">
                <a16:creationId xmlns:a16="http://schemas.microsoft.com/office/drawing/2014/main" id="{4B33D8A2-9D26-4E55-A570-0F0BC0754B6B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!!evs-9">
            <a:extLst>
              <a:ext uri="{FF2B5EF4-FFF2-40B4-BE49-F238E27FC236}">
                <a16:creationId xmlns:a16="http://schemas.microsoft.com/office/drawing/2014/main" id="{2EC7CE67-00F2-48E8-A65E-C69A15101E97}"/>
              </a:ext>
            </a:extLst>
          </p:cNvPr>
          <p:cNvSpPr>
            <a:spLocks noGrp="1"/>
          </p:cNvSpPr>
          <p:nvPr/>
        </p:nvSpPr>
        <p:spPr>
          <a:xfrm>
            <a:off x="0" y="356235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!!evs-10">
            <a:extLst>
              <a:ext uri="{FF2B5EF4-FFF2-40B4-BE49-F238E27FC236}">
                <a16:creationId xmlns:a16="http://schemas.microsoft.com/office/drawing/2014/main" id="{7C91D761-4D50-487E-9703-E014C41E06E0}"/>
              </a:ext>
            </a:extLst>
          </p:cNvPr>
          <p:cNvSpPr>
            <a:spLocks noGrp="1"/>
          </p:cNvSpPr>
          <p:nvPr/>
        </p:nvSpPr>
        <p:spPr>
          <a:xfrm>
            <a:off x="0" y="407670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!!evs-11">
            <a:extLst>
              <a:ext uri="{FF2B5EF4-FFF2-40B4-BE49-F238E27FC236}">
                <a16:creationId xmlns:a16="http://schemas.microsoft.com/office/drawing/2014/main" id="{564498BE-5805-420B-B967-58F84CB92607}"/>
              </a:ext>
            </a:extLst>
          </p:cNvPr>
          <p:cNvSpPr>
            <a:spLocks noGrp="1"/>
          </p:cNvSpPr>
          <p:nvPr/>
        </p:nvSpPr>
        <p:spPr>
          <a:xfrm>
            <a:off x="0" y="459105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!!evs-12">
            <a:extLst>
              <a:ext uri="{FF2B5EF4-FFF2-40B4-BE49-F238E27FC236}">
                <a16:creationId xmlns:a16="http://schemas.microsoft.com/office/drawing/2014/main" id="{2A710823-211A-4B95-85D7-82595CAE2E89}"/>
              </a:ext>
            </a:extLst>
          </p:cNvPr>
          <p:cNvSpPr>
            <a:spLocks noGrp="1"/>
          </p:cNvSpPr>
          <p:nvPr/>
        </p:nvSpPr>
        <p:spPr>
          <a:xfrm>
            <a:off x="0" y="510540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!!evs-13">
            <a:extLst>
              <a:ext uri="{FF2B5EF4-FFF2-40B4-BE49-F238E27FC236}">
                <a16:creationId xmlns:a16="http://schemas.microsoft.com/office/drawing/2014/main" id="{3F848A76-9C53-42A4-9B8B-626A933C42A5}"/>
              </a:ext>
            </a:extLst>
          </p:cNvPr>
          <p:cNvSpPr>
            <a:spLocks noGrp="1"/>
          </p:cNvSpPr>
          <p:nvPr/>
        </p:nvSpPr>
        <p:spPr>
          <a:xfrm>
            <a:off x="0" y="561975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!!evs-14">
            <a:extLst>
              <a:ext uri="{FF2B5EF4-FFF2-40B4-BE49-F238E27FC236}">
                <a16:creationId xmlns:a16="http://schemas.microsoft.com/office/drawing/2014/main" id="{57EC29ED-5B71-4A91-835D-1606E4E25A72}"/>
              </a:ext>
            </a:extLst>
          </p:cNvPr>
          <p:cNvSpPr>
            <a:spLocks noGrp="1"/>
          </p:cNvSpPr>
          <p:nvPr/>
        </p:nvSpPr>
        <p:spPr>
          <a:xfrm>
            <a:off x="0" y="613410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!!evs-15">
            <a:extLst>
              <a:ext uri="{FF2B5EF4-FFF2-40B4-BE49-F238E27FC236}">
                <a16:creationId xmlns:a16="http://schemas.microsoft.com/office/drawing/2014/main" id="{73D99984-4B08-484D-8B34-FBD6CB389A53}"/>
              </a:ext>
            </a:extLst>
          </p:cNvPr>
          <p:cNvSpPr>
            <a:spLocks noGrp="1"/>
          </p:cNvSpPr>
          <p:nvPr/>
        </p:nvSpPr>
        <p:spPr>
          <a:xfrm>
            <a:off x="0" y="664845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!!evs-16">
            <a:extLst>
              <a:ext uri="{FF2B5EF4-FFF2-40B4-BE49-F238E27FC236}">
                <a16:creationId xmlns:a16="http://schemas.microsoft.com/office/drawing/2014/main" id="{B1DBF21B-E134-4910-A3E3-161A14979D23}"/>
              </a:ext>
            </a:extLst>
          </p:cNvPr>
          <p:cNvSpPr>
            <a:spLocks noGrp="1"/>
          </p:cNvSpPr>
          <p:nvPr/>
        </p:nvSpPr>
        <p:spPr>
          <a:xfrm>
            <a:off x="381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!!evs-17">
            <a:extLst>
              <a:ext uri="{FF2B5EF4-FFF2-40B4-BE49-F238E27FC236}">
                <a16:creationId xmlns:a16="http://schemas.microsoft.com/office/drawing/2014/main" id="{74AAA4C7-3BD4-4041-91EF-DDD454CC56C0}"/>
              </a:ext>
            </a:extLst>
          </p:cNvPr>
          <p:cNvSpPr>
            <a:spLocks noGrp="1"/>
          </p:cNvSpPr>
          <p:nvPr/>
        </p:nvSpPr>
        <p:spPr>
          <a:xfrm>
            <a:off x="1524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!!evs-18">
            <a:extLst>
              <a:ext uri="{FF2B5EF4-FFF2-40B4-BE49-F238E27FC236}">
                <a16:creationId xmlns:a16="http://schemas.microsoft.com/office/drawing/2014/main" id="{AEC7E939-8A73-4913-957B-1DF992AD0CFD}"/>
              </a:ext>
            </a:extLst>
          </p:cNvPr>
          <p:cNvSpPr>
            <a:spLocks noGrp="1"/>
          </p:cNvSpPr>
          <p:nvPr/>
        </p:nvSpPr>
        <p:spPr>
          <a:xfrm>
            <a:off x="2667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!!evs-19">
            <a:extLst>
              <a:ext uri="{FF2B5EF4-FFF2-40B4-BE49-F238E27FC236}">
                <a16:creationId xmlns:a16="http://schemas.microsoft.com/office/drawing/2014/main" id="{D6455841-64B1-417D-ACEB-9D5AB88C8969}"/>
              </a:ext>
            </a:extLst>
          </p:cNvPr>
          <p:cNvSpPr>
            <a:spLocks noGrp="1"/>
          </p:cNvSpPr>
          <p:nvPr/>
        </p:nvSpPr>
        <p:spPr>
          <a:xfrm>
            <a:off x="3810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!!evs-20">
            <a:extLst>
              <a:ext uri="{FF2B5EF4-FFF2-40B4-BE49-F238E27FC236}">
                <a16:creationId xmlns:a16="http://schemas.microsoft.com/office/drawing/2014/main" id="{1C7F8E06-121B-4E2C-AE74-9055FA60C7C3}"/>
              </a:ext>
            </a:extLst>
          </p:cNvPr>
          <p:cNvSpPr>
            <a:spLocks noGrp="1"/>
          </p:cNvSpPr>
          <p:nvPr/>
        </p:nvSpPr>
        <p:spPr>
          <a:xfrm>
            <a:off x="4953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!!evs-21">
            <a:extLst>
              <a:ext uri="{FF2B5EF4-FFF2-40B4-BE49-F238E27FC236}">
                <a16:creationId xmlns:a16="http://schemas.microsoft.com/office/drawing/2014/main" id="{A5A1CD44-6CBA-40CE-9E96-F54D42247CFC}"/>
              </a:ext>
            </a:extLst>
          </p:cNvPr>
          <p:cNvSpPr>
            <a:spLocks noGrp="1"/>
          </p:cNvSpPr>
          <p:nvPr/>
        </p:nvSpPr>
        <p:spPr>
          <a:xfrm>
            <a:off x="6096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2" name="!!evs-22">
            <a:extLst>
              <a:ext uri="{FF2B5EF4-FFF2-40B4-BE49-F238E27FC236}">
                <a16:creationId xmlns:a16="http://schemas.microsoft.com/office/drawing/2014/main" id="{5EEB1559-F8BC-496C-9083-86BD64664481}"/>
              </a:ext>
            </a:extLst>
          </p:cNvPr>
          <p:cNvSpPr>
            <a:spLocks noGrp="1"/>
          </p:cNvSpPr>
          <p:nvPr/>
        </p:nvSpPr>
        <p:spPr>
          <a:xfrm>
            <a:off x="7239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!!evs-23">
            <a:extLst>
              <a:ext uri="{FF2B5EF4-FFF2-40B4-BE49-F238E27FC236}">
                <a16:creationId xmlns:a16="http://schemas.microsoft.com/office/drawing/2014/main" id="{BF687707-E3E7-4B60-BA56-18CEE5E86EC1}"/>
              </a:ext>
            </a:extLst>
          </p:cNvPr>
          <p:cNvSpPr>
            <a:spLocks noGrp="1"/>
          </p:cNvSpPr>
          <p:nvPr/>
        </p:nvSpPr>
        <p:spPr>
          <a:xfrm>
            <a:off x="8382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4" name="!!evs-24">
            <a:extLst>
              <a:ext uri="{FF2B5EF4-FFF2-40B4-BE49-F238E27FC236}">
                <a16:creationId xmlns:a16="http://schemas.microsoft.com/office/drawing/2014/main" id="{FD3F7184-CF14-4F52-A0CE-157D5D74C469}"/>
              </a:ext>
            </a:extLst>
          </p:cNvPr>
          <p:cNvSpPr>
            <a:spLocks noGrp="1"/>
          </p:cNvSpPr>
          <p:nvPr/>
        </p:nvSpPr>
        <p:spPr>
          <a:xfrm>
            <a:off x="9525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5" name="!!evs-25">
            <a:extLst>
              <a:ext uri="{FF2B5EF4-FFF2-40B4-BE49-F238E27FC236}">
                <a16:creationId xmlns:a16="http://schemas.microsoft.com/office/drawing/2014/main" id="{43C0FE55-58A4-4BAC-B16F-909BC9918A38}"/>
              </a:ext>
            </a:extLst>
          </p:cNvPr>
          <p:cNvSpPr>
            <a:spLocks noGrp="1"/>
          </p:cNvSpPr>
          <p:nvPr/>
        </p:nvSpPr>
        <p:spPr>
          <a:xfrm>
            <a:off x="10668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6" name="!!evs-26">
            <a:extLst>
              <a:ext uri="{FF2B5EF4-FFF2-40B4-BE49-F238E27FC236}">
                <a16:creationId xmlns:a16="http://schemas.microsoft.com/office/drawing/2014/main" id="{DCE67FEE-BDF7-4EF3-8DFF-97855923434C}"/>
              </a:ext>
            </a:extLst>
          </p:cNvPr>
          <p:cNvSpPr>
            <a:spLocks noGrp="1"/>
          </p:cNvSpPr>
          <p:nvPr/>
        </p:nvSpPr>
        <p:spPr>
          <a:xfrm>
            <a:off x="11811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7" name="!!evs-27">
            <a:extLst>
              <a:ext uri="{FF2B5EF4-FFF2-40B4-BE49-F238E27FC236}">
                <a16:creationId xmlns:a16="http://schemas.microsoft.com/office/drawing/2014/main" id="{164E6376-B027-414B-9F21-44464EE838D5}"/>
              </a:ext>
            </a:extLst>
          </p:cNvPr>
          <p:cNvSpPr>
            <a:spLocks noGrp="1"/>
          </p:cNvSpPr>
          <p:nvPr/>
        </p:nvSpPr>
        <p:spPr>
          <a:xfrm>
            <a:off x="457200" y="238125"/>
            <a:ext cx="685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949"/>
          </a:bodyPr>
          <a:lstStyle/>
          <a:p>
            <a:pPr algn="l">
              <a:lnSpc>
                <a:spcPct val="100000"/>
              </a:lnSpc>
              <a:buNone/>
              <a:defRPr sz="39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EVS MODERN NEWSROOM</a:t>
            </a:r>
          </a:p>
        </p:txBody>
      </p:sp>
      <p:sp>
        <p:nvSpPr>
          <p:cNvPr id="28" name="!!evs-28">
            <a:extLst>
              <a:ext uri="{FF2B5EF4-FFF2-40B4-BE49-F238E27FC236}">
                <a16:creationId xmlns:a16="http://schemas.microsoft.com/office/drawing/2014/main" id="{1494665C-9BCF-4FC8-B1E3-CF45AA54A1A3}"/>
              </a:ext>
            </a:extLst>
          </p:cNvPr>
          <p:cNvSpPr>
            <a:spLocks noGrp="1"/>
          </p:cNvSpPr>
          <p:nvPr/>
        </p:nvSpPr>
        <p:spPr>
          <a:xfrm>
            <a:off x="476250" y="781050"/>
            <a:ext cx="581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958" lnSpcReduction="10000"/>
          </a:bodyPr>
          <a:lstStyle/>
          <a:p>
            <a:pPr algn="l">
              <a:lnSpc>
                <a:spcPct val="100000"/>
              </a:lnSpc>
              <a:buNone/>
              <a:defRPr sz="2400" b="0">
                <a:solidFill>
                  <a:srgbClr val="C7D9E5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0">
                <a:solidFill>
                  <a:srgbClr val="C7D9E5"/>
                </a:solidFill>
                <a:latin typeface="Aptos Display"/>
                <a:ea typeface="Aptos Display"/>
                <a:cs typeface="Aptos Display"/>
              </a:rPr>
              <a:t>Breaking News to Every Screen</a:t>
            </a:r>
          </a:p>
        </p:txBody>
      </p:sp>
      <p:sp>
        <p:nvSpPr>
          <p:cNvPr id="29" name="!!evs-29">
            <a:extLst>
              <a:ext uri="{FF2B5EF4-FFF2-40B4-BE49-F238E27FC236}">
                <a16:creationId xmlns:a16="http://schemas.microsoft.com/office/drawing/2014/main" id="{990683BE-A8D8-4434-8377-E38D422B7696}"/>
              </a:ext>
            </a:extLst>
          </p:cNvPr>
          <p:cNvSpPr>
            <a:spLocks noGrp="1"/>
          </p:cNvSpPr>
          <p:nvPr/>
        </p:nvSpPr>
        <p:spPr>
          <a:xfrm>
            <a:off x="476250" y="1257300"/>
            <a:ext cx="514350" cy="38100"/>
          </a:xfrm>
          <a:prstGeom prst="rect">
            <a:avLst/>
          </a:prstGeom>
          <a:solidFill>
            <a:srgbClr val="58D9FF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0" name="!!evs-30">
            <a:extLst>
              <a:ext uri="{FF2B5EF4-FFF2-40B4-BE49-F238E27FC236}">
                <a16:creationId xmlns:a16="http://schemas.microsoft.com/office/drawing/2014/main" id="{16FC656B-833A-4FC1-ACDF-BCBF1EA63D98}"/>
              </a:ext>
            </a:extLst>
          </p:cNvPr>
          <p:cNvSpPr>
            <a:spLocks noGrp="1"/>
          </p:cNvSpPr>
          <p:nvPr/>
        </p:nvSpPr>
        <p:spPr>
          <a:xfrm>
            <a:off x="476250" y="1381125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CONNECT  •  CREATE  •  COLLABORATE  •  DELIVER  •  TOGETHER</a:t>
            </a:r>
          </a:p>
        </p:txBody>
      </p:sp>
      <p:sp>
        <p:nvSpPr>
          <p:cNvPr id="136" name="!!spotlight"/>
          <p:cNvSpPr/>
          <p:nvPr/>
        </p:nvSpPr>
        <p:spPr>
          <a:xfrm>
            <a:off x="9267063" y="1682496"/>
            <a:ext cx="1335024" cy="2157984"/>
          </a:xfrm>
          <a:prstGeom prst="rect">
            <a:avLst/>
          </a:prstGeom>
          <a:solidFill>
            <a:srgbClr val="073146">
              <a:alpha val="62000"/>
            </a:srgbClr>
          </a:solidFill>
          <a:ln w="15240">
            <a:solidFill>
              <a:srgbClr val="5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!!evs-31">
            <a:extLst>
              <a:ext uri="{FF2B5EF4-FFF2-40B4-BE49-F238E27FC236}">
                <a16:creationId xmlns:a16="http://schemas.microsoft.com/office/drawing/2014/main" id="{7558E714-D82A-452A-91C8-B01F564D17CD}"/>
              </a:ext>
            </a:extLst>
          </p:cNvPr>
          <p:cNvSpPr>
            <a:spLocks noGrp="1"/>
          </p:cNvSpPr>
          <p:nvPr/>
        </p:nvSpPr>
        <p:spPr>
          <a:xfrm>
            <a:off x="8572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2" name="!!evs-32">
            <a:extLst>
              <a:ext uri="{FF2B5EF4-FFF2-40B4-BE49-F238E27FC236}">
                <a16:creationId xmlns:a16="http://schemas.microsoft.com/office/drawing/2014/main" id="{5D1945B0-A154-4AED-9AE1-3F7EB970CEF9}"/>
              </a:ext>
            </a:extLst>
          </p:cNvPr>
          <p:cNvSpPr>
            <a:spLocks noGrp="1"/>
          </p:cNvSpPr>
          <p:nvPr/>
        </p:nvSpPr>
        <p:spPr>
          <a:xfrm>
            <a:off x="8572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pic>
        <p:nvPicPr>
          <p:cNvPr id="33" name="!!evs-33"/>
          <p:cNvPicPr>
            <a:picLocks noChangeAspect="1"/>
          </p:cNvPicPr>
          <p:nvPr/>
        </p:nvPicPr>
        <p:blipFill>
          <a:blip r:embed="rId3">
            <a:alphaModFix amt="38000"/>
          </a:blip>
          <a:stretch/>
        </p:blipFill>
        <p:spPr>
          <a:xfrm>
            <a:off x="828675" y="2266950"/>
            <a:ext cx="381000" cy="381000"/>
          </a:xfrm>
          <a:prstGeom prst="rect">
            <a:avLst/>
          </a:prstGeom>
        </p:spPr>
      </p:pic>
      <p:sp>
        <p:nvSpPr>
          <p:cNvPr id="34" name="!!evs-34">
            <a:extLst>
              <a:ext uri="{FF2B5EF4-FFF2-40B4-BE49-F238E27FC236}">
                <a16:creationId xmlns:a16="http://schemas.microsoft.com/office/drawing/2014/main" id="{BB7D28C4-885C-43E6-8DA1-6CD319B97023}"/>
              </a:ext>
            </a:extLst>
          </p:cNvPr>
          <p:cNvSpPr>
            <a:spLocks noGrp="1"/>
          </p:cNvSpPr>
          <p:nvPr/>
        </p:nvSpPr>
        <p:spPr>
          <a:xfrm>
            <a:off x="3429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ACQUIRE</a:t>
            </a:r>
          </a:p>
        </p:txBody>
      </p:sp>
      <p:sp>
        <p:nvSpPr>
          <p:cNvPr id="35" name="!!evs-35">
            <a:extLst>
              <a:ext uri="{FF2B5EF4-FFF2-40B4-BE49-F238E27FC236}">
                <a16:creationId xmlns:a16="http://schemas.microsoft.com/office/drawing/2014/main" id="{D54A1786-15F2-4BE5-BA52-FBDFCAB5B5CC}"/>
              </a:ext>
            </a:extLst>
          </p:cNvPr>
          <p:cNvSpPr>
            <a:spLocks noGrp="1"/>
          </p:cNvSpPr>
          <p:nvPr/>
        </p:nvSpPr>
        <p:spPr>
          <a:xfrm>
            <a:off x="3810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Agency + field feeds</a:t>
            </a:r>
          </a:p>
        </p:txBody>
      </p:sp>
      <p:sp>
        <p:nvSpPr>
          <p:cNvPr id="36" name="!!evs-36">
            <a:extLst>
              <a:ext uri="{FF2B5EF4-FFF2-40B4-BE49-F238E27FC236}">
                <a16:creationId xmlns:a16="http://schemas.microsoft.com/office/drawing/2014/main" id="{47BA7C1D-1FA0-41F0-AF82-CA573CA04DC8}"/>
              </a:ext>
            </a:extLst>
          </p:cNvPr>
          <p:cNvSpPr>
            <a:spLocks noGrp="1"/>
          </p:cNvSpPr>
          <p:nvPr/>
        </p:nvSpPr>
        <p:spPr>
          <a:xfrm>
            <a:off x="17430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7" name="!!evs-37">
            <a:extLst>
              <a:ext uri="{FF2B5EF4-FFF2-40B4-BE49-F238E27FC236}">
                <a16:creationId xmlns:a16="http://schemas.microsoft.com/office/drawing/2014/main" id="{1F8070E3-C562-4719-8608-C5DD3AF0CAE3}"/>
              </a:ext>
            </a:extLst>
          </p:cNvPr>
          <p:cNvSpPr>
            <a:spLocks noGrp="1"/>
          </p:cNvSpPr>
          <p:nvPr/>
        </p:nvSpPr>
        <p:spPr>
          <a:xfrm>
            <a:off x="16954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38" name="!!evs-38">
            <a:extLst>
              <a:ext uri="{FF2B5EF4-FFF2-40B4-BE49-F238E27FC236}">
                <a16:creationId xmlns:a16="http://schemas.microsoft.com/office/drawing/2014/main" id="{CA358604-4851-48BF-94D9-F84AEED215A2}"/>
              </a:ext>
            </a:extLst>
          </p:cNvPr>
          <p:cNvSpPr>
            <a:spLocks noGrp="1"/>
          </p:cNvSpPr>
          <p:nvPr/>
        </p:nvSpPr>
        <p:spPr>
          <a:xfrm>
            <a:off x="23431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9" name="!!evs-39">
            <a:extLst>
              <a:ext uri="{FF2B5EF4-FFF2-40B4-BE49-F238E27FC236}">
                <a16:creationId xmlns:a16="http://schemas.microsoft.com/office/drawing/2014/main" id="{8E66C420-89DB-47F8-A294-948B4DFAC178}"/>
              </a:ext>
            </a:extLst>
          </p:cNvPr>
          <p:cNvSpPr>
            <a:spLocks noGrp="1"/>
          </p:cNvSpPr>
          <p:nvPr/>
        </p:nvSpPr>
        <p:spPr>
          <a:xfrm>
            <a:off x="23431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pic>
        <p:nvPicPr>
          <p:cNvPr id="40" name="!!evs-40"/>
          <p:cNvPicPr>
            <a:picLocks noChangeAspect="1"/>
          </p:cNvPicPr>
          <p:nvPr/>
        </p:nvPicPr>
        <p:blipFill>
          <a:blip r:embed="rId4">
            <a:alphaModFix amt="38000"/>
          </a:blip>
          <a:stretch/>
        </p:blipFill>
        <p:spPr>
          <a:xfrm>
            <a:off x="2314575" y="2266950"/>
            <a:ext cx="381000" cy="381000"/>
          </a:xfrm>
          <a:prstGeom prst="rect">
            <a:avLst/>
          </a:prstGeom>
        </p:spPr>
      </p:pic>
      <p:sp>
        <p:nvSpPr>
          <p:cNvPr id="41" name="!!evs-41">
            <a:extLst>
              <a:ext uri="{FF2B5EF4-FFF2-40B4-BE49-F238E27FC236}">
                <a16:creationId xmlns:a16="http://schemas.microsoft.com/office/drawing/2014/main" id="{CCDDABA5-E0F5-4162-8E33-0130E1F1B460}"/>
              </a:ext>
            </a:extLst>
          </p:cNvPr>
          <p:cNvSpPr>
            <a:spLocks noGrp="1"/>
          </p:cNvSpPr>
          <p:nvPr/>
        </p:nvSpPr>
        <p:spPr>
          <a:xfrm>
            <a:off x="18288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MANAGE</a:t>
            </a:r>
          </a:p>
        </p:txBody>
      </p:sp>
      <p:sp>
        <p:nvSpPr>
          <p:cNvPr id="42" name="!!evs-42">
            <a:extLst>
              <a:ext uri="{FF2B5EF4-FFF2-40B4-BE49-F238E27FC236}">
                <a16:creationId xmlns:a16="http://schemas.microsoft.com/office/drawing/2014/main" id="{870CFA1D-8E04-4401-AAD3-2977807267A9}"/>
              </a:ext>
            </a:extLst>
          </p:cNvPr>
          <p:cNvSpPr>
            <a:spLocks noGrp="1"/>
          </p:cNvSpPr>
          <p:nvPr/>
        </p:nvSpPr>
        <p:spPr>
          <a:xfrm>
            <a:off x="18669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IDs • rights • verification</a:t>
            </a:r>
          </a:p>
        </p:txBody>
      </p:sp>
      <p:sp>
        <p:nvSpPr>
          <p:cNvPr id="43" name="!!evs-43">
            <a:extLst>
              <a:ext uri="{FF2B5EF4-FFF2-40B4-BE49-F238E27FC236}">
                <a16:creationId xmlns:a16="http://schemas.microsoft.com/office/drawing/2014/main" id="{ECF519D7-737B-40C4-8C19-2425DC183974}"/>
              </a:ext>
            </a:extLst>
          </p:cNvPr>
          <p:cNvSpPr>
            <a:spLocks noGrp="1"/>
          </p:cNvSpPr>
          <p:nvPr/>
        </p:nvSpPr>
        <p:spPr>
          <a:xfrm>
            <a:off x="32289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4" name="!!evs-44">
            <a:extLst>
              <a:ext uri="{FF2B5EF4-FFF2-40B4-BE49-F238E27FC236}">
                <a16:creationId xmlns:a16="http://schemas.microsoft.com/office/drawing/2014/main" id="{1FF76AD1-C273-445C-8113-9B176818EC9B}"/>
              </a:ext>
            </a:extLst>
          </p:cNvPr>
          <p:cNvSpPr>
            <a:spLocks noGrp="1"/>
          </p:cNvSpPr>
          <p:nvPr/>
        </p:nvSpPr>
        <p:spPr>
          <a:xfrm>
            <a:off x="31813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45" name="!!evs-45">
            <a:extLst>
              <a:ext uri="{FF2B5EF4-FFF2-40B4-BE49-F238E27FC236}">
                <a16:creationId xmlns:a16="http://schemas.microsoft.com/office/drawing/2014/main" id="{FF8E7A6C-95C8-4FC6-B3D7-D6EB10C059E4}"/>
              </a:ext>
            </a:extLst>
          </p:cNvPr>
          <p:cNvSpPr>
            <a:spLocks noGrp="1"/>
          </p:cNvSpPr>
          <p:nvPr/>
        </p:nvSpPr>
        <p:spPr>
          <a:xfrm>
            <a:off x="38290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6" name="!!evs-46">
            <a:extLst>
              <a:ext uri="{FF2B5EF4-FFF2-40B4-BE49-F238E27FC236}">
                <a16:creationId xmlns:a16="http://schemas.microsoft.com/office/drawing/2014/main" id="{14B92156-D60C-4970-86D9-C0A039AD03EA}"/>
              </a:ext>
            </a:extLst>
          </p:cNvPr>
          <p:cNvSpPr>
            <a:spLocks noGrp="1"/>
          </p:cNvSpPr>
          <p:nvPr/>
        </p:nvSpPr>
        <p:spPr>
          <a:xfrm>
            <a:off x="38290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pic>
        <p:nvPicPr>
          <p:cNvPr id="47" name="!!evs-47"/>
          <p:cNvPicPr>
            <a:picLocks noChangeAspect="1"/>
          </p:cNvPicPr>
          <p:nvPr/>
        </p:nvPicPr>
        <p:blipFill>
          <a:blip r:embed="rId5">
            <a:alphaModFix amt="38000"/>
          </a:blip>
          <a:stretch/>
        </p:blipFill>
        <p:spPr>
          <a:xfrm>
            <a:off x="3800475" y="2266950"/>
            <a:ext cx="381000" cy="381000"/>
          </a:xfrm>
          <a:prstGeom prst="rect">
            <a:avLst/>
          </a:prstGeom>
        </p:spPr>
      </p:pic>
      <p:sp>
        <p:nvSpPr>
          <p:cNvPr id="48" name="!!evs-48">
            <a:extLst>
              <a:ext uri="{FF2B5EF4-FFF2-40B4-BE49-F238E27FC236}">
                <a16:creationId xmlns:a16="http://schemas.microsoft.com/office/drawing/2014/main" id="{D970A5C3-2204-4DB5-81BC-602A5D54C700}"/>
              </a:ext>
            </a:extLst>
          </p:cNvPr>
          <p:cNvSpPr>
            <a:spLocks noGrp="1"/>
          </p:cNvSpPr>
          <p:nvPr/>
        </p:nvSpPr>
        <p:spPr>
          <a:xfrm>
            <a:off x="33147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DISCOVER</a:t>
            </a:r>
          </a:p>
        </p:txBody>
      </p:sp>
      <p:sp>
        <p:nvSpPr>
          <p:cNvPr id="49" name="!!evs-49">
            <a:extLst>
              <a:ext uri="{FF2B5EF4-FFF2-40B4-BE49-F238E27FC236}">
                <a16:creationId xmlns:a16="http://schemas.microsoft.com/office/drawing/2014/main" id="{74CA5162-9CC4-4954-9EAB-A1BF05A4755E}"/>
              </a:ext>
            </a:extLst>
          </p:cNvPr>
          <p:cNvSpPr>
            <a:spLocks noGrp="1"/>
          </p:cNvSpPr>
          <p:nvPr/>
        </p:nvSpPr>
        <p:spPr>
          <a:xfrm>
            <a:off x="33528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681"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Browse • search • archive</a:t>
            </a:r>
          </a:p>
        </p:txBody>
      </p:sp>
      <p:sp>
        <p:nvSpPr>
          <p:cNvPr id="50" name="!!evs-50">
            <a:extLst>
              <a:ext uri="{FF2B5EF4-FFF2-40B4-BE49-F238E27FC236}">
                <a16:creationId xmlns:a16="http://schemas.microsoft.com/office/drawing/2014/main" id="{354E84AC-3A46-40B3-B616-71EE602F7BE4}"/>
              </a:ext>
            </a:extLst>
          </p:cNvPr>
          <p:cNvSpPr>
            <a:spLocks noGrp="1"/>
          </p:cNvSpPr>
          <p:nvPr/>
        </p:nvSpPr>
        <p:spPr>
          <a:xfrm>
            <a:off x="47148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1" name="!!evs-51">
            <a:extLst>
              <a:ext uri="{FF2B5EF4-FFF2-40B4-BE49-F238E27FC236}">
                <a16:creationId xmlns:a16="http://schemas.microsoft.com/office/drawing/2014/main" id="{BD78408E-8202-42F3-8A3B-0459F6167A64}"/>
              </a:ext>
            </a:extLst>
          </p:cNvPr>
          <p:cNvSpPr>
            <a:spLocks noGrp="1"/>
          </p:cNvSpPr>
          <p:nvPr/>
        </p:nvSpPr>
        <p:spPr>
          <a:xfrm>
            <a:off x="46672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52" name="!!evs-52">
            <a:extLst>
              <a:ext uri="{FF2B5EF4-FFF2-40B4-BE49-F238E27FC236}">
                <a16:creationId xmlns:a16="http://schemas.microsoft.com/office/drawing/2014/main" id="{560FA54A-32F6-4287-A880-738AE8C1A8DF}"/>
              </a:ext>
            </a:extLst>
          </p:cNvPr>
          <p:cNvSpPr>
            <a:spLocks noGrp="1"/>
          </p:cNvSpPr>
          <p:nvPr/>
        </p:nvSpPr>
        <p:spPr>
          <a:xfrm>
            <a:off x="53149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3" name="!!evs-53">
            <a:extLst>
              <a:ext uri="{FF2B5EF4-FFF2-40B4-BE49-F238E27FC236}">
                <a16:creationId xmlns:a16="http://schemas.microsoft.com/office/drawing/2014/main" id="{15EBE860-92BD-46AB-AC79-3CE674E79315}"/>
              </a:ext>
            </a:extLst>
          </p:cNvPr>
          <p:cNvSpPr>
            <a:spLocks noGrp="1"/>
          </p:cNvSpPr>
          <p:nvPr/>
        </p:nvSpPr>
        <p:spPr>
          <a:xfrm>
            <a:off x="53149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pic>
        <p:nvPicPr>
          <p:cNvPr id="54" name="!!evs-54"/>
          <p:cNvPicPr>
            <a:picLocks noChangeAspect="1"/>
          </p:cNvPicPr>
          <p:nvPr/>
        </p:nvPicPr>
        <p:blipFill>
          <a:blip r:embed="rId6">
            <a:alphaModFix amt="38000"/>
          </a:blip>
          <a:stretch/>
        </p:blipFill>
        <p:spPr>
          <a:xfrm>
            <a:off x="5286375" y="2266950"/>
            <a:ext cx="381000" cy="381000"/>
          </a:xfrm>
          <a:prstGeom prst="rect">
            <a:avLst/>
          </a:prstGeom>
        </p:spPr>
      </p:pic>
      <p:sp>
        <p:nvSpPr>
          <p:cNvPr id="55" name="!!evs-55">
            <a:extLst>
              <a:ext uri="{FF2B5EF4-FFF2-40B4-BE49-F238E27FC236}">
                <a16:creationId xmlns:a16="http://schemas.microsoft.com/office/drawing/2014/main" id="{BAC3CF60-05BB-4CDE-A37D-749093B76809}"/>
              </a:ext>
            </a:extLst>
          </p:cNvPr>
          <p:cNvSpPr>
            <a:spLocks noGrp="1"/>
          </p:cNvSpPr>
          <p:nvPr/>
        </p:nvSpPr>
        <p:spPr>
          <a:xfrm>
            <a:off x="48006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CREATE</a:t>
            </a:r>
          </a:p>
        </p:txBody>
      </p:sp>
      <p:sp>
        <p:nvSpPr>
          <p:cNvPr id="56" name="!!evs-56">
            <a:extLst>
              <a:ext uri="{FF2B5EF4-FFF2-40B4-BE49-F238E27FC236}">
                <a16:creationId xmlns:a16="http://schemas.microsoft.com/office/drawing/2014/main" id="{5F06D6D3-C72D-4A46-A5FD-72B86FE37B3D}"/>
              </a:ext>
            </a:extLst>
          </p:cNvPr>
          <p:cNvSpPr>
            <a:spLocks noGrp="1"/>
          </p:cNvSpPr>
          <p:nvPr/>
        </p:nvSpPr>
        <p:spPr>
          <a:xfrm>
            <a:off x="48387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Fast-turn clips + edits</a:t>
            </a:r>
          </a:p>
        </p:txBody>
      </p:sp>
      <p:sp>
        <p:nvSpPr>
          <p:cNvPr id="57" name="!!evs-57">
            <a:extLst>
              <a:ext uri="{FF2B5EF4-FFF2-40B4-BE49-F238E27FC236}">
                <a16:creationId xmlns:a16="http://schemas.microsoft.com/office/drawing/2014/main" id="{10883198-CAF9-4058-8B32-EE9A2975D160}"/>
              </a:ext>
            </a:extLst>
          </p:cNvPr>
          <p:cNvSpPr>
            <a:spLocks noGrp="1"/>
          </p:cNvSpPr>
          <p:nvPr/>
        </p:nvSpPr>
        <p:spPr>
          <a:xfrm>
            <a:off x="62007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8" name="!!evs-58">
            <a:extLst>
              <a:ext uri="{FF2B5EF4-FFF2-40B4-BE49-F238E27FC236}">
                <a16:creationId xmlns:a16="http://schemas.microsoft.com/office/drawing/2014/main" id="{F91C721F-9EC8-4350-881C-ECD94A1460E9}"/>
              </a:ext>
            </a:extLst>
          </p:cNvPr>
          <p:cNvSpPr>
            <a:spLocks noGrp="1"/>
          </p:cNvSpPr>
          <p:nvPr/>
        </p:nvSpPr>
        <p:spPr>
          <a:xfrm>
            <a:off x="61531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59" name="!!evs-59">
            <a:extLst>
              <a:ext uri="{FF2B5EF4-FFF2-40B4-BE49-F238E27FC236}">
                <a16:creationId xmlns:a16="http://schemas.microsoft.com/office/drawing/2014/main" id="{0BD1D863-CD98-4BC4-83F2-5D8604CD4EF7}"/>
              </a:ext>
            </a:extLst>
          </p:cNvPr>
          <p:cNvSpPr>
            <a:spLocks noGrp="1"/>
          </p:cNvSpPr>
          <p:nvPr/>
        </p:nvSpPr>
        <p:spPr>
          <a:xfrm>
            <a:off x="68008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0" name="!!evs-60">
            <a:extLst>
              <a:ext uri="{FF2B5EF4-FFF2-40B4-BE49-F238E27FC236}">
                <a16:creationId xmlns:a16="http://schemas.microsoft.com/office/drawing/2014/main" id="{8A7CD8CF-D055-474C-B37B-73881EDCF42D}"/>
              </a:ext>
            </a:extLst>
          </p:cNvPr>
          <p:cNvSpPr>
            <a:spLocks noGrp="1"/>
          </p:cNvSpPr>
          <p:nvPr/>
        </p:nvSpPr>
        <p:spPr>
          <a:xfrm>
            <a:off x="68008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pic>
        <p:nvPicPr>
          <p:cNvPr id="61" name="!!evs-61"/>
          <p:cNvPicPr>
            <a:picLocks noChangeAspect="1"/>
          </p:cNvPicPr>
          <p:nvPr/>
        </p:nvPicPr>
        <p:blipFill>
          <a:blip r:embed="rId7">
            <a:alphaModFix amt="38000"/>
          </a:blip>
          <a:stretch/>
        </p:blipFill>
        <p:spPr>
          <a:xfrm>
            <a:off x="6772275" y="2266950"/>
            <a:ext cx="381000" cy="381000"/>
          </a:xfrm>
          <a:prstGeom prst="rect">
            <a:avLst/>
          </a:prstGeom>
        </p:spPr>
      </p:pic>
      <p:sp>
        <p:nvSpPr>
          <p:cNvPr id="62" name="!!evs-62">
            <a:extLst>
              <a:ext uri="{FF2B5EF4-FFF2-40B4-BE49-F238E27FC236}">
                <a16:creationId xmlns:a16="http://schemas.microsoft.com/office/drawing/2014/main" id="{8F2525E9-80A5-49BF-AD21-471BDAA4739A}"/>
              </a:ext>
            </a:extLst>
          </p:cNvPr>
          <p:cNvSpPr>
            <a:spLocks noGrp="1"/>
          </p:cNvSpPr>
          <p:nvPr/>
        </p:nvSpPr>
        <p:spPr>
          <a:xfrm>
            <a:off x="62865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97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COLLABORATE</a:t>
            </a:r>
          </a:p>
        </p:txBody>
      </p:sp>
      <p:sp>
        <p:nvSpPr>
          <p:cNvPr id="63" name="!!evs-63">
            <a:extLst>
              <a:ext uri="{FF2B5EF4-FFF2-40B4-BE49-F238E27FC236}">
                <a16:creationId xmlns:a16="http://schemas.microsoft.com/office/drawing/2014/main" id="{E36A47E3-2F58-4AD8-8713-172646A72155}"/>
              </a:ext>
            </a:extLst>
          </p:cNvPr>
          <p:cNvSpPr>
            <a:spLocks noGrp="1"/>
          </p:cNvSpPr>
          <p:nvPr/>
        </p:nvSpPr>
        <p:spPr>
          <a:xfrm>
            <a:off x="63246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681"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Rundown • approvals • status</a:t>
            </a:r>
          </a:p>
        </p:txBody>
      </p:sp>
      <p:sp>
        <p:nvSpPr>
          <p:cNvPr id="64" name="!!evs-64">
            <a:extLst>
              <a:ext uri="{FF2B5EF4-FFF2-40B4-BE49-F238E27FC236}">
                <a16:creationId xmlns:a16="http://schemas.microsoft.com/office/drawing/2014/main" id="{AEF3FC3D-94E7-4D10-9647-5041BEFD47D1}"/>
              </a:ext>
            </a:extLst>
          </p:cNvPr>
          <p:cNvSpPr>
            <a:spLocks noGrp="1"/>
          </p:cNvSpPr>
          <p:nvPr/>
        </p:nvSpPr>
        <p:spPr>
          <a:xfrm>
            <a:off x="76866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5" name="!!evs-65">
            <a:extLst>
              <a:ext uri="{FF2B5EF4-FFF2-40B4-BE49-F238E27FC236}">
                <a16:creationId xmlns:a16="http://schemas.microsoft.com/office/drawing/2014/main" id="{B886F13F-5C88-4943-A01B-C6A67FA3E5F4}"/>
              </a:ext>
            </a:extLst>
          </p:cNvPr>
          <p:cNvSpPr>
            <a:spLocks noGrp="1"/>
          </p:cNvSpPr>
          <p:nvPr/>
        </p:nvSpPr>
        <p:spPr>
          <a:xfrm>
            <a:off x="76390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66" name="!!evs-66">
            <a:extLst>
              <a:ext uri="{FF2B5EF4-FFF2-40B4-BE49-F238E27FC236}">
                <a16:creationId xmlns:a16="http://schemas.microsoft.com/office/drawing/2014/main" id="{087824FA-B3D0-4C31-BB76-3C723980F095}"/>
              </a:ext>
            </a:extLst>
          </p:cNvPr>
          <p:cNvSpPr>
            <a:spLocks noGrp="1"/>
          </p:cNvSpPr>
          <p:nvPr/>
        </p:nvSpPr>
        <p:spPr>
          <a:xfrm>
            <a:off x="82867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7" name="!!evs-67">
            <a:extLst>
              <a:ext uri="{FF2B5EF4-FFF2-40B4-BE49-F238E27FC236}">
                <a16:creationId xmlns:a16="http://schemas.microsoft.com/office/drawing/2014/main" id="{C41E1F2F-B7AD-4175-897D-1FF8060706E5}"/>
              </a:ext>
            </a:extLst>
          </p:cNvPr>
          <p:cNvSpPr>
            <a:spLocks noGrp="1"/>
          </p:cNvSpPr>
          <p:nvPr/>
        </p:nvSpPr>
        <p:spPr>
          <a:xfrm>
            <a:off x="82867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pic>
        <p:nvPicPr>
          <p:cNvPr id="68" name="!!evs-68"/>
          <p:cNvPicPr>
            <a:picLocks noChangeAspect="1"/>
          </p:cNvPicPr>
          <p:nvPr/>
        </p:nvPicPr>
        <p:blipFill>
          <a:blip r:embed="rId8">
            <a:alphaModFix amt="38000"/>
          </a:blip>
          <a:stretch/>
        </p:blipFill>
        <p:spPr>
          <a:xfrm>
            <a:off x="8258175" y="2266950"/>
            <a:ext cx="381000" cy="381000"/>
          </a:xfrm>
          <a:prstGeom prst="rect">
            <a:avLst/>
          </a:prstGeom>
        </p:spPr>
      </p:pic>
      <p:sp>
        <p:nvSpPr>
          <p:cNvPr id="69" name="!!evs-69">
            <a:extLst>
              <a:ext uri="{FF2B5EF4-FFF2-40B4-BE49-F238E27FC236}">
                <a16:creationId xmlns:a16="http://schemas.microsoft.com/office/drawing/2014/main" id="{99F95D8A-DAD1-47EE-BF12-8962197F2B3E}"/>
              </a:ext>
            </a:extLst>
          </p:cNvPr>
          <p:cNvSpPr>
            <a:spLocks noGrp="1"/>
          </p:cNvSpPr>
          <p:nvPr/>
        </p:nvSpPr>
        <p:spPr>
          <a:xfrm>
            <a:off x="77724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ENRICH</a:t>
            </a:r>
          </a:p>
        </p:txBody>
      </p:sp>
      <p:sp>
        <p:nvSpPr>
          <p:cNvPr id="70" name="!!evs-70">
            <a:extLst>
              <a:ext uri="{FF2B5EF4-FFF2-40B4-BE49-F238E27FC236}">
                <a16:creationId xmlns:a16="http://schemas.microsoft.com/office/drawing/2014/main" id="{CA89AC6B-410B-441E-8561-D0511D7AC054}"/>
              </a:ext>
            </a:extLst>
          </p:cNvPr>
          <p:cNvSpPr>
            <a:spLocks noGrp="1"/>
          </p:cNvSpPr>
          <p:nvPr/>
        </p:nvSpPr>
        <p:spPr>
          <a:xfrm>
            <a:off x="78105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681"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Graphics • captions • automation</a:t>
            </a:r>
          </a:p>
        </p:txBody>
      </p:sp>
      <p:sp>
        <p:nvSpPr>
          <p:cNvPr id="71" name="!!evs-71">
            <a:extLst>
              <a:ext uri="{FF2B5EF4-FFF2-40B4-BE49-F238E27FC236}">
                <a16:creationId xmlns:a16="http://schemas.microsoft.com/office/drawing/2014/main" id="{3969CE09-7356-4DD9-99A1-9CC15041CE1A}"/>
              </a:ext>
            </a:extLst>
          </p:cNvPr>
          <p:cNvSpPr>
            <a:spLocks noGrp="1"/>
          </p:cNvSpPr>
          <p:nvPr/>
        </p:nvSpPr>
        <p:spPr>
          <a:xfrm>
            <a:off x="91725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2" name="!!evs-72">
            <a:extLst>
              <a:ext uri="{FF2B5EF4-FFF2-40B4-BE49-F238E27FC236}">
                <a16:creationId xmlns:a16="http://schemas.microsoft.com/office/drawing/2014/main" id="{1F0A3DDF-1FE6-4C42-8E83-C5778A02ADCB}"/>
              </a:ext>
            </a:extLst>
          </p:cNvPr>
          <p:cNvSpPr>
            <a:spLocks noGrp="1"/>
          </p:cNvSpPr>
          <p:nvPr/>
        </p:nvSpPr>
        <p:spPr>
          <a:xfrm>
            <a:off x="91249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73" name="!!evs-73">
            <a:extLst>
              <a:ext uri="{FF2B5EF4-FFF2-40B4-BE49-F238E27FC236}">
                <a16:creationId xmlns:a16="http://schemas.microsoft.com/office/drawing/2014/main" id="{E3A13548-8DEC-4242-A4C4-807BC8AA539D}"/>
              </a:ext>
            </a:extLst>
          </p:cNvPr>
          <p:cNvSpPr>
            <a:spLocks noGrp="1"/>
          </p:cNvSpPr>
          <p:nvPr/>
        </p:nvSpPr>
        <p:spPr>
          <a:xfrm>
            <a:off x="9720834" y="1846034"/>
            <a:ext cx="427482" cy="427482"/>
          </a:xfrm>
          <a:prstGeom prst="ellipse">
            <a:avLst/>
          </a:prstGeom>
          <a:solidFill>
            <a:srgbClr val="041522"/>
          </a:solidFill>
          <a:ln w="33020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4" name="!!evs-74">
            <a:extLst>
              <a:ext uri="{FF2B5EF4-FFF2-40B4-BE49-F238E27FC236}">
                <a16:creationId xmlns:a16="http://schemas.microsoft.com/office/drawing/2014/main" id="{76479C2D-43B9-4420-9187-9F75D04020B2}"/>
              </a:ext>
            </a:extLst>
          </p:cNvPr>
          <p:cNvSpPr>
            <a:spLocks noGrp="1"/>
          </p:cNvSpPr>
          <p:nvPr/>
        </p:nvSpPr>
        <p:spPr>
          <a:xfrm>
            <a:off x="9720834" y="1860131"/>
            <a:ext cx="427482" cy="3897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7</a:t>
            </a:r>
          </a:p>
        </p:txBody>
      </p:sp>
      <p:pic>
        <p:nvPicPr>
          <p:cNvPr id="75" name="!!evs-75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9677400" y="2270275"/>
            <a:ext cx="514350" cy="514350"/>
          </a:xfrm>
          <a:prstGeom prst="rect">
            <a:avLst/>
          </a:prstGeom>
        </p:spPr>
      </p:pic>
      <p:sp>
        <p:nvSpPr>
          <p:cNvPr id="76" name="!!evs-76">
            <a:extLst>
              <a:ext uri="{FF2B5EF4-FFF2-40B4-BE49-F238E27FC236}">
                <a16:creationId xmlns:a16="http://schemas.microsoft.com/office/drawing/2014/main" id="{C9042E39-6F9F-4DE7-A582-3D04CDF71F1A}"/>
              </a:ext>
            </a:extLst>
          </p:cNvPr>
          <p:cNvSpPr>
            <a:spLocks noGrp="1"/>
          </p:cNvSpPr>
          <p:nvPr/>
        </p:nvSpPr>
        <p:spPr>
          <a:xfrm>
            <a:off x="92583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DELIVER</a:t>
            </a:r>
          </a:p>
        </p:txBody>
      </p:sp>
      <p:sp>
        <p:nvSpPr>
          <p:cNvPr id="77" name="!!evs-77">
            <a:extLst>
              <a:ext uri="{FF2B5EF4-FFF2-40B4-BE49-F238E27FC236}">
                <a16:creationId xmlns:a16="http://schemas.microsoft.com/office/drawing/2014/main" id="{064CD8C8-B6C2-4D55-B6C9-EB09B8C760F4}"/>
              </a:ext>
            </a:extLst>
          </p:cNvPr>
          <p:cNvSpPr>
            <a:spLocks noGrp="1"/>
          </p:cNvSpPr>
          <p:nvPr/>
        </p:nvSpPr>
        <p:spPr>
          <a:xfrm>
            <a:off x="92964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DDF5FF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DDF5FF"/>
                </a:solidFill>
                <a:latin typeface="Aptos"/>
                <a:ea typeface="Aptos"/>
                <a:cs typeface="Aptos"/>
              </a:rPr>
              <a:t>Broadcast • web • social</a:t>
            </a:r>
          </a:p>
        </p:txBody>
      </p:sp>
      <p:sp>
        <p:nvSpPr>
          <p:cNvPr id="78" name="!!evs-78">
            <a:extLst>
              <a:ext uri="{FF2B5EF4-FFF2-40B4-BE49-F238E27FC236}">
                <a16:creationId xmlns:a16="http://schemas.microsoft.com/office/drawing/2014/main" id="{62CB608B-1EAB-4C56-B18B-03A01CC285E5}"/>
              </a:ext>
            </a:extLst>
          </p:cNvPr>
          <p:cNvSpPr>
            <a:spLocks noGrp="1"/>
          </p:cNvSpPr>
          <p:nvPr/>
        </p:nvSpPr>
        <p:spPr>
          <a:xfrm>
            <a:off x="106584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9" name="!!evs-79">
            <a:extLst>
              <a:ext uri="{FF2B5EF4-FFF2-40B4-BE49-F238E27FC236}">
                <a16:creationId xmlns:a16="http://schemas.microsoft.com/office/drawing/2014/main" id="{343A81A5-E901-489A-97D9-B9CD9CBA0678}"/>
              </a:ext>
            </a:extLst>
          </p:cNvPr>
          <p:cNvSpPr>
            <a:spLocks noGrp="1"/>
          </p:cNvSpPr>
          <p:nvPr/>
        </p:nvSpPr>
        <p:spPr>
          <a:xfrm>
            <a:off x="106108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80" name="!!evs-80">
            <a:extLst>
              <a:ext uri="{FF2B5EF4-FFF2-40B4-BE49-F238E27FC236}">
                <a16:creationId xmlns:a16="http://schemas.microsoft.com/office/drawing/2014/main" id="{73C67DA5-5403-454E-BD3D-B576E71A9DD9}"/>
              </a:ext>
            </a:extLst>
          </p:cNvPr>
          <p:cNvSpPr>
            <a:spLocks noGrp="1"/>
          </p:cNvSpPr>
          <p:nvPr/>
        </p:nvSpPr>
        <p:spPr>
          <a:xfrm>
            <a:off x="112585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1" name="!!evs-81">
            <a:extLst>
              <a:ext uri="{FF2B5EF4-FFF2-40B4-BE49-F238E27FC236}">
                <a16:creationId xmlns:a16="http://schemas.microsoft.com/office/drawing/2014/main" id="{CA0A1820-639C-45C0-B6FA-1F18BBC9FBC6}"/>
              </a:ext>
            </a:extLst>
          </p:cNvPr>
          <p:cNvSpPr>
            <a:spLocks noGrp="1"/>
          </p:cNvSpPr>
          <p:nvPr/>
        </p:nvSpPr>
        <p:spPr>
          <a:xfrm>
            <a:off x="112585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8</a:t>
            </a:r>
          </a:p>
        </p:txBody>
      </p:sp>
      <p:pic>
        <p:nvPicPr>
          <p:cNvPr id="82" name="!!evs-82"/>
          <p:cNvPicPr>
            <a:picLocks noChangeAspect="1"/>
          </p:cNvPicPr>
          <p:nvPr/>
        </p:nvPicPr>
        <p:blipFill>
          <a:blip r:embed="rId10">
            <a:alphaModFix amt="38000"/>
          </a:blip>
          <a:stretch/>
        </p:blipFill>
        <p:spPr>
          <a:xfrm>
            <a:off x="11229975" y="2266950"/>
            <a:ext cx="381000" cy="381000"/>
          </a:xfrm>
          <a:prstGeom prst="rect">
            <a:avLst/>
          </a:prstGeom>
        </p:spPr>
      </p:pic>
      <p:sp>
        <p:nvSpPr>
          <p:cNvPr id="83" name="!!evs-83">
            <a:extLst>
              <a:ext uri="{FF2B5EF4-FFF2-40B4-BE49-F238E27FC236}">
                <a16:creationId xmlns:a16="http://schemas.microsoft.com/office/drawing/2014/main" id="{7C11AC9F-D256-4CEB-9612-93079CAAC6BB}"/>
              </a:ext>
            </a:extLst>
          </p:cNvPr>
          <p:cNvSpPr>
            <a:spLocks noGrp="1"/>
          </p:cNvSpPr>
          <p:nvPr/>
        </p:nvSpPr>
        <p:spPr>
          <a:xfrm>
            <a:off x="107442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PROTECT</a:t>
            </a:r>
          </a:p>
        </p:txBody>
      </p:sp>
      <p:sp>
        <p:nvSpPr>
          <p:cNvPr id="84" name="!!evs-84">
            <a:extLst>
              <a:ext uri="{FF2B5EF4-FFF2-40B4-BE49-F238E27FC236}">
                <a16:creationId xmlns:a16="http://schemas.microsoft.com/office/drawing/2014/main" id="{D136EEBC-5EEA-4317-832A-6CDAECB5CA59}"/>
              </a:ext>
            </a:extLst>
          </p:cNvPr>
          <p:cNvSpPr>
            <a:spLocks noGrp="1"/>
          </p:cNvSpPr>
          <p:nvPr/>
        </p:nvSpPr>
        <p:spPr>
          <a:xfrm>
            <a:off x="107823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043"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Permissions • audit • backup</a:t>
            </a:r>
          </a:p>
        </p:txBody>
      </p:sp>
      <p:sp>
        <p:nvSpPr>
          <p:cNvPr id="85" name="!!evs-85">
            <a:extLst>
              <a:ext uri="{FF2B5EF4-FFF2-40B4-BE49-F238E27FC236}">
                <a16:creationId xmlns:a16="http://schemas.microsoft.com/office/drawing/2014/main" id="{E2548952-CC3D-487E-AAEA-D171427089DB}"/>
              </a:ext>
            </a:extLst>
          </p:cNvPr>
          <p:cNvSpPr>
            <a:spLocks noGrp="1"/>
          </p:cNvSpPr>
          <p:nvPr/>
        </p:nvSpPr>
        <p:spPr>
          <a:xfrm>
            <a:off x="638175" y="3705225"/>
            <a:ext cx="10915650" cy="19050"/>
          </a:xfrm>
          <a:prstGeom prst="rect">
            <a:avLst/>
          </a:prstGeom>
          <a:solidFill>
            <a:srgbClr val="238EC0">
              <a:alpha val="7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6" name="!!evs-86">
            <a:extLst>
              <a:ext uri="{FF2B5EF4-FFF2-40B4-BE49-F238E27FC236}">
                <a16:creationId xmlns:a16="http://schemas.microsoft.com/office/drawing/2014/main" id="{E2590127-FE6B-4CD3-A556-424A212AA65A}"/>
              </a:ext>
            </a:extLst>
          </p:cNvPr>
          <p:cNvSpPr>
            <a:spLocks noGrp="1"/>
          </p:cNvSpPr>
          <p:nvPr/>
        </p:nvSpPr>
        <p:spPr>
          <a:xfrm>
            <a:off x="10096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7" name="!!evs-87">
            <a:extLst>
              <a:ext uri="{FF2B5EF4-FFF2-40B4-BE49-F238E27FC236}">
                <a16:creationId xmlns:a16="http://schemas.microsoft.com/office/drawing/2014/main" id="{2EDF0EAD-F3F4-4781-B223-F5A0F98EDD48}"/>
              </a:ext>
            </a:extLst>
          </p:cNvPr>
          <p:cNvSpPr>
            <a:spLocks noGrp="1"/>
          </p:cNvSpPr>
          <p:nvPr/>
        </p:nvSpPr>
        <p:spPr>
          <a:xfrm>
            <a:off x="9810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8" name="!!evs-88">
            <a:extLst>
              <a:ext uri="{FF2B5EF4-FFF2-40B4-BE49-F238E27FC236}">
                <a16:creationId xmlns:a16="http://schemas.microsoft.com/office/drawing/2014/main" id="{B75A5305-EB8F-4EB2-894C-2F932DABCDC8}"/>
              </a:ext>
            </a:extLst>
          </p:cNvPr>
          <p:cNvSpPr>
            <a:spLocks noGrp="1"/>
          </p:cNvSpPr>
          <p:nvPr/>
        </p:nvSpPr>
        <p:spPr>
          <a:xfrm>
            <a:off x="24955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9" name="!!evs-89">
            <a:extLst>
              <a:ext uri="{FF2B5EF4-FFF2-40B4-BE49-F238E27FC236}">
                <a16:creationId xmlns:a16="http://schemas.microsoft.com/office/drawing/2014/main" id="{2539F03D-416B-4279-B6E2-2BB0E2B3B469}"/>
              </a:ext>
            </a:extLst>
          </p:cNvPr>
          <p:cNvSpPr>
            <a:spLocks noGrp="1"/>
          </p:cNvSpPr>
          <p:nvPr/>
        </p:nvSpPr>
        <p:spPr>
          <a:xfrm>
            <a:off x="24669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0" name="!!evs-90">
            <a:extLst>
              <a:ext uri="{FF2B5EF4-FFF2-40B4-BE49-F238E27FC236}">
                <a16:creationId xmlns:a16="http://schemas.microsoft.com/office/drawing/2014/main" id="{BBB6EDAA-42FB-4444-8C07-C600DB2CC18D}"/>
              </a:ext>
            </a:extLst>
          </p:cNvPr>
          <p:cNvSpPr>
            <a:spLocks noGrp="1"/>
          </p:cNvSpPr>
          <p:nvPr/>
        </p:nvSpPr>
        <p:spPr>
          <a:xfrm>
            <a:off x="39814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1" name="!!evs-91">
            <a:extLst>
              <a:ext uri="{FF2B5EF4-FFF2-40B4-BE49-F238E27FC236}">
                <a16:creationId xmlns:a16="http://schemas.microsoft.com/office/drawing/2014/main" id="{AC63C304-3ECF-4447-9DCC-F7AD54062E4A}"/>
              </a:ext>
            </a:extLst>
          </p:cNvPr>
          <p:cNvSpPr>
            <a:spLocks noGrp="1"/>
          </p:cNvSpPr>
          <p:nvPr/>
        </p:nvSpPr>
        <p:spPr>
          <a:xfrm>
            <a:off x="39528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2" name="!!evs-92">
            <a:extLst>
              <a:ext uri="{FF2B5EF4-FFF2-40B4-BE49-F238E27FC236}">
                <a16:creationId xmlns:a16="http://schemas.microsoft.com/office/drawing/2014/main" id="{EDCB6E99-D008-489B-9EF1-97C0524D21DC}"/>
              </a:ext>
            </a:extLst>
          </p:cNvPr>
          <p:cNvSpPr>
            <a:spLocks noGrp="1"/>
          </p:cNvSpPr>
          <p:nvPr/>
        </p:nvSpPr>
        <p:spPr>
          <a:xfrm>
            <a:off x="54673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3" name="!!evs-93">
            <a:extLst>
              <a:ext uri="{FF2B5EF4-FFF2-40B4-BE49-F238E27FC236}">
                <a16:creationId xmlns:a16="http://schemas.microsoft.com/office/drawing/2014/main" id="{DA5DBB0C-4A51-4B0A-BBE8-86EAB20FEE44}"/>
              </a:ext>
            </a:extLst>
          </p:cNvPr>
          <p:cNvSpPr>
            <a:spLocks noGrp="1"/>
          </p:cNvSpPr>
          <p:nvPr/>
        </p:nvSpPr>
        <p:spPr>
          <a:xfrm>
            <a:off x="54387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4" name="!!evs-94">
            <a:extLst>
              <a:ext uri="{FF2B5EF4-FFF2-40B4-BE49-F238E27FC236}">
                <a16:creationId xmlns:a16="http://schemas.microsoft.com/office/drawing/2014/main" id="{7FD6BFA2-BD1F-4C13-B652-4442CE244047}"/>
              </a:ext>
            </a:extLst>
          </p:cNvPr>
          <p:cNvSpPr>
            <a:spLocks noGrp="1"/>
          </p:cNvSpPr>
          <p:nvPr/>
        </p:nvSpPr>
        <p:spPr>
          <a:xfrm>
            <a:off x="69532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5" name="!!evs-95">
            <a:extLst>
              <a:ext uri="{FF2B5EF4-FFF2-40B4-BE49-F238E27FC236}">
                <a16:creationId xmlns:a16="http://schemas.microsoft.com/office/drawing/2014/main" id="{A2FF0313-9A88-4543-B35A-A12D2B0A87A2}"/>
              </a:ext>
            </a:extLst>
          </p:cNvPr>
          <p:cNvSpPr>
            <a:spLocks noGrp="1"/>
          </p:cNvSpPr>
          <p:nvPr/>
        </p:nvSpPr>
        <p:spPr>
          <a:xfrm>
            <a:off x="69246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6" name="!!evs-96">
            <a:extLst>
              <a:ext uri="{FF2B5EF4-FFF2-40B4-BE49-F238E27FC236}">
                <a16:creationId xmlns:a16="http://schemas.microsoft.com/office/drawing/2014/main" id="{FFFB27CF-E3A6-4074-9DB7-5F84C134A05A}"/>
              </a:ext>
            </a:extLst>
          </p:cNvPr>
          <p:cNvSpPr>
            <a:spLocks noGrp="1"/>
          </p:cNvSpPr>
          <p:nvPr/>
        </p:nvSpPr>
        <p:spPr>
          <a:xfrm>
            <a:off x="84391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7" name="!!evs-97">
            <a:extLst>
              <a:ext uri="{FF2B5EF4-FFF2-40B4-BE49-F238E27FC236}">
                <a16:creationId xmlns:a16="http://schemas.microsoft.com/office/drawing/2014/main" id="{841846A0-6779-40CE-9B76-4694C566937E}"/>
              </a:ext>
            </a:extLst>
          </p:cNvPr>
          <p:cNvSpPr>
            <a:spLocks noGrp="1"/>
          </p:cNvSpPr>
          <p:nvPr/>
        </p:nvSpPr>
        <p:spPr>
          <a:xfrm>
            <a:off x="84105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8" name="!!evs-98">
            <a:extLst>
              <a:ext uri="{FF2B5EF4-FFF2-40B4-BE49-F238E27FC236}">
                <a16:creationId xmlns:a16="http://schemas.microsoft.com/office/drawing/2014/main" id="{BDBD97F4-71D1-4E30-A52A-8AEACA5232EF}"/>
              </a:ext>
            </a:extLst>
          </p:cNvPr>
          <p:cNvSpPr>
            <a:spLocks noGrp="1"/>
          </p:cNvSpPr>
          <p:nvPr/>
        </p:nvSpPr>
        <p:spPr>
          <a:xfrm>
            <a:off x="99250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9" name="!!evs-99">
            <a:extLst>
              <a:ext uri="{FF2B5EF4-FFF2-40B4-BE49-F238E27FC236}">
                <a16:creationId xmlns:a16="http://schemas.microsoft.com/office/drawing/2014/main" id="{146B5E67-EB68-4DFD-86E3-A9D6F05F7247}"/>
              </a:ext>
            </a:extLst>
          </p:cNvPr>
          <p:cNvSpPr>
            <a:spLocks noGrp="1"/>
          </p:cNvSpPr>
          <p:nvPr/>
        </p:nvSpPr>
        <p:spPr>
          <a:xfrm>
            <a:off x="98964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0" name="!!evs-100">
            <a:extLst>
              <a:ext uri="{FF2B5EF4-FFF2-40B4-BE49-F238E27FC236}">
                <a16:creationId xmlns:a16="http://schemas.microsoft.com/office/drawing/2014/main" id="{B4813ED1-2468-4DBA-9310-14152D49AF7A}"/>
              </a:ext>
            </a:extLst>
          </p:cNvPr>
          <p:cNvSpPr>
            <a:spLocks noGrp="1"/>
          </p:cNvSpPr>
          <p:nvPr/>
        </p:nvSpPr>
        <p:spPr>
          <a:xfrm>
            <a:off x="114109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1" name="!!evs-101">
            <a:extLst>
              <a:ext uri="{FF2B5EF4-FFF2-40B4-BE49-F238E27FC236}">
                <a16:creationId xmlns:a16="http://schemas.microsoft.com/office/drawing/2014/main" id="{3CCFFB07-DD31-4E89-97D6-809E0F46BBA5}"/>
              </a:ext>
            </a:extLst>
          </p:cNvPr>
          <p:cNvSpPr>
            <a:spLocks noGrp="1"/>
          </p:cNvSpPr>
          <p:nvPr/>
        </p:nvSpPr>
        <p:spPr>
          <a:xfrm>
            <a:off x="113823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2" name="!!evs-102">
            <a:extLst>
              <a:ext uri="{FF2B5EF4-FFF2-40B4-BE49-F238E27FC236}">
                <a16:creationId xmlns:a16="http://schemas.microsoft.com/office/drawing/2014/main" id="{BCF93FF7-A15D-4F31-A827-003F550A8669}"/>
              </a:ext>
            </a:extLst>
          </p:cNvPr>
          <p:cNvSpPr>
            <a:spLocks noGrp="1"/>
          </p:cNvSpPr>
          <p:nvPr/>
        </p:nvSpPr>
        <p:spPr>
          <a:xfrm>
            <a:off x="400050" y="3905250"/>
            <a:ext cx="11391900" cy="9525"/>
          </a:xfrm>
          <a:prstGeom prst="rect">
            <a:avLst/>
          </a:prstGeom>
          <a:solidFill>
            <a:srgbClr val="58D9FF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3" name="!!evs-103">
            <a:extLst>
              <a:ext uri="{FF2B5EF4-FFF2-40B4-BE49-F238E27FC236}">
                <a16:creationId xmlns:a16="http://schemas.microsoft.com/office/drawing/2014/main" id="{2D7E5887-CE8D-4BAC-93E8-B65EA07C8F03}"/>
              </a:ext>
            </a:extLst>
          </p:cNvPr>
          <p:cNvSpPr>
            <a:spLocks noGrp="1"/>
          </p:cNvSpPr>
          <p:nvPr/>
        </p:nvSpPr>
        <p:spPr>
          <a:xfrm>
            <a:off x="400050" y="4943475"/>
            <a:ext cx="11391900" cy="9525"/>
          </a:xfrm>
          <a:prstGeom prst="rect">
            <a:avLst/>
          </a:prstGeom>
          <a:solidFill>
            <a:srgbClr val="238EC0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4" name="!!evs-104">
            <a:extLst>
              <a:ext uri="{FF2B5EF4-FFF2-40B4-BE49-F238E27FC236}">
                <a16:creationId xmlns:a16="http://schemas.microsoft.com/office/drawing/2014/main" id="{BC4F0EB1-7828-48A9-AFD3-03246BC0E0A8}"/>
              </a:ext>
            </a:extLst>
          </p:cNvPr>
          <p:cNvSpPr>
            <a:spLocks noGrp="1"/>
          </p:cNvSpPr>
          <p:nvPr/>
        </p:nvSpPr>
        <p:spPr>
          <a:xfrm>
            <a:off x="3695700" y="3962400"/>
            <a:ext cx="4800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POWERED BY A UNIFIED MEDIA FOUNDATION</a:t>
            </a:r>
          </a:p>
        </p:txBody>
      </p:sp>
      <p:pic>
        <p:nvPicPr>
          <p:cNvPr id="105" name="!!evs-105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685800" y="4129412"/>
            <a:ext cx="1809750" cy="637526"/>
          </a:xfrm>
          <a:prstGeom prst="rect">
            <a:avLst/>
          </a:prstGeom>
        </p:spPr>
      </p:pic>
      <p:pic>
        <p:nvPicPr>
          <p:cNvPr id="106" name="!!evs-106"/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9658350" y="4122701"/>
            <a:ext cx="1847850" cy="650947"/>
          </a:xfrm>
          <a:prstGeom prst="rect">
            <a:avLst/>
          </a:prstGeom>
        </p:spPr>
      </p:pic>
      <p:sp>
        <p:nvSpPr>
          <p:cNvPr id="107" name="!!evs-107">
            <a:extLst>
              <a:ext uri="{FF2B5EF4-FFF2-40B4-BE49-F238E27FC236}">
                <a16:creationId xmlns:a16="http://schemas.microsoft.com/office/drawing/2014/main" id="{F599F316-9A2A-4C84-AC82-A8EC9F24E75F}"/>
              </a:ext>
            </a:extLst>
          </p:cNvPr>
          <p:cNvSpPr>
            <a:spLocks noGrp="1"/>
          </p:cNvSpPr>
          <p:nvPr/>
        </p:nvSpPr>
        <p:spPr>
          <a:xfrm>
            <a:off x="876300" y="4705350"/>
            <a:ext cx="1447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rPr>
              <a:t>XS-VIA</a:t>
            </a:r>
          </a:p>
        </p:txBody>
      </p:sp>
      <p:sp>
        <p:nvSpPr>
          <p:cNvPr id="108" name="!!evs-108">
            <a:extLst>
              <a:ext uri="{FF2B5EF4-FFF2-40B4-BE49-F238E27FC236}">
                <a16:creationId xmlns:a16="http://schemas.microsoft.com/office/drawing/2014/main" id="{564E3D0D-1B9C-4E72-8F0A-C740A3EF96D2}"/>
              </a:ext>
            </a:extLst>
          </p:cNvPr>
          <p:cNvSpPr>
            <a:spLocks noGrp="1"/>
          </p:cNvSpPr>
          <p:nvPr/>
        </p:nvSpPr>
        <p:spPr>
          <a:xfrm>
            <a:off x="876300" y="4857750"/>
            <a:ext cx="14478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INGEST &amp; PLAYOUT</a:t>
            </a:r>
          </a:p>
        </p:txBody>
      </p:sp>
      <p:sp>
        <p:nvSpPr>
          <p:cNvPr id="109" name="!!evs-109">
            <a:extLst>
              <a:ext uri="{FF2B5EF4-FFF2-40B4-BE49-F238E27FC236}">
                <a16:creationId xmlns:a16="http://schemas.microsoft.com/office/drawing/2014/main" id="{457AD0BA-7CD2-4D95-AA8B-38DDAA41C928}"/>
              </a:ext>
            </a:extLst>
          </p:cNvPr>
          <p:cNvSpPr>
            <a:spLocks noGrp="1"/>
          </p:cNvSpPr>
          <p:nvPr/>
        </p:nvSpPr>
        <p:spPr>
          <a:xfrm>
            <a:off x="9810750" y="4705350"/>
            <a:ext cx="1543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rPr>
              <a:t>XSstore</a:t>
            </a:r>
          </a:p>
        </p:txBody>
      </p:sp>
      <p:sp>
        <p:nvSpPr>
          <p:cNvPr id="110" name="!!evs-110">
            <a:extLst>
              <a:ext uri="{FF2B5EF4-FFF2-40B4-BE49-F238E27FC236}">
                <a16:creationId xmlns:a16="http://schemas.microsoft.com/office/drawing/2014/main" id="{CCB4B253-E05B-4D4B-A656-06469EC530EB}"/>
              </a:ext>
            </a:extLst>
          </p:cNvPr>
          <p:cNvSpPr>
            <a:spLocks noGrp="1"/>
          </p:cNvSpPr>
          <p:nvPr/>
        </p:nvSpPr>
        <p:spPr>
          <a:xfrm>
            <a:off x="9810750" y="4857750"/>
            <a:ext cx="15430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NEARLINE STORAGE</a:t>
            </a:r>
          </a:p>
        </p:txBody>
      </p:sp>
      <p:sp>
        <p:nvSpPr>
          <p:cNvPr id="111" name="!!evs-111">
            <a:extLst>
              <a:ext uri="{FF2B5EF4-FFF2-40B4-BE49-F238E27FC236}">
                <a16:creationId xmlns:a16="http://schemas.microsoft.com/office/drawing/2014/main" id="{5E2F406C-5341-4519-A2DB-F0897099EA73}"/>
              </a:ext>
            </a:extLst>
          </p:cNvPr>
          <p:cNvSpPr>
            <a:spLocks noGrp="1"/>
          </p:cNvSpPr>
          <p:nvPr/>
        </p:nvSpPr>
        <p:spPr>
          <a:xfrm>
            <a:off x="2990850" y="4295775"/>
            <a:ext cx="2905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491"/>
          </a:bodyPr>
          <a:lstStyle/>
          <a:p>
            <a:pPr algn="r">
              <a:lnSpc>
                <a:spcPct val="100000"/>
              </a:lnSpc>
              <a:buNone/>
              <a:def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MediaCeption</a:t>
            </a:r>
          </a:p>
        </p:txBody>
      </p:sp>
      <p:sp>
        <p:nvSpPr>
          <p:cNvPr id="112" name="!!evs-112">
            <a:extLst>
              <a:ext uri="{FF2B5EF4-FFF2-40B4-BE49-F238E27FC236}">
                <a16:creationId xmlns:a16="http://schemas.microsoft.com/office/drawing/2014/main" id="{2DE80D2E-4560-42C4-B83C-EBFE288E3C05}"/>
              </a:ext>
            </a:extLst>
          </p:cNvPr>
          <p:cNvSpPr>
            <a:spLocks noGrp="1"/>
          </p:cNvSpPr>
          <p:nvPr/>
        </p:nvSpPr>
        <p:spPr>
          <a:xfrm>
            <a:off x="5981700" y="4305300"/>
            <a:ext cx="323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7500"/>
          </a:bodyPr>
          <a:lstStyle/>
          <a:p>
            <a:pPr algn="ctr">
              <a:lnSpc>
                <a:spcPct val="100000"/>
              </a:lnSpc>
              <a:buNone/>
              <a:defRPr sz="300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rPr>
              <a:t>+</a:t>
            </a:r>
          </a:p>
        </p:txBody>
      </p:sp>
      <p:sp>
        <p:nvSpPr>
          <p:cNvPr id="113" name="!!evs-113">
            <a:extLst>
              <a:ext uri="{FF2B5EF4-FFF2-40B4-BE49-F238E27FC236}">
                <a16:creationId xmlns:a16="http://schemas.microsoft.com/office/drawing/2014/main" id="{FC0C364D-99D1-4DAC-B63A-C826E4B26D58}"/>
              </a:ext>
            </a:extLst>
          </p:cNvPr>
          <p:cNvSpPr>
            <a:spLocks noGrp="1"/>
          </p:cNvSpPr>
          <p:nvPr/>
        </p:nvSpPr>
        <p:spPr>
          <a:xfrm>
            <a:off x="6381750" y="4295775"/>
            <a:ext cx="2724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491"/>
          </a:bodyPr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VIA MAP</a:t>
            </a:r>
          </a:p>
        </p:txBody>
      </p:sp>
      <p:sp>
        <p:nvSpPr>
          <p:cNvPr id="114" name="!!evs-114">
            <a:extLst>
              <a:ext uri="{FF2B5EF4-FFF2-40B4-BE49-F238E27FC236}">
                <a16:creationId xmlns:a16="http://schemas.microsoft.com/office/drawing/2014/main" id="{853C9AD8-2638-4DBD-B13C-5ED7F708373D}"/>
              </a:ext>
            </a:extLst>
          </p:cNvPr>
          <p:cNvSpPr>
            <a:spLocks noGrp="1"/>
          </p:cNvSpPr>
          <p:nvPr/>
        </p:nvSpPr>
        <p:spPr>
          <a:xfrm>
            <a:off x="4057650" y="4772025"/>
            <a:ext cx="4076700" cy="19050"/>
          </a:xfrm>
          <a:prstGeom prst="rect">
            <a:avLst/>
          </a:prstGeom>
          <a:gradFill>
            <a:gsLst>
              <a:gs pos="0">
                <a:srgbClr val="58D9FF">
                  <a:alpha val="0"/>
                </a:srgbClr>
              </a:gs>
              <a:gs pos="50000">
                <a:srgbClr val="58D9FF"/>
              </a:gs>
              <a:gs pos="100000">
                <a:srgbClr val="58D9FF">
                  <a:alpha val="0"/>
                </a:srgbClr>
              </a:gs>
            </a:gsLst>
            <a:lin ang="5400000"/>
          </a:gra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5" name="!!evs-115">
            <a:extLst>
              <a:ext uri="{FF2B5EF4-FFF2-40B4-BE49-F238E27FC236}">
                <a16:creationId xmlns:a16="http://schemas.microsoft.com/office/drawing/2014/main" id="{A5B217D6-DD14-4180-BFA1-66E2B8D916EF}"/>
              </a:ext>
            </a:extLst>
          </p:cNvPr>
          <p:cNvSpPr>
            <a:spLocks noGrp="1"/>
          </p:cNvSpPr>
          <p:nvPr/>
        </p:nvSpPr>
        <p:spPr>
          <a:xfrm>
            <a:off x="4171950" y="4819650"/>
            <a:ext cx="38481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CONNECTING CONTENT, PEOPLE, POSSIBILITIES</a:t>
            </a:r>
          </a:p>
        </p:txBody>
      </p:sp>
      <p:sp>
        <p:nvSpPr>
          <p:cNvPr id="116" name="!!evs-116">
            <a:extLst>
              <a:ext uri="{FF2B5EF4-FFF2-40B4-BE49-F238E27FC236}">
                <a16:creationId xmlns:a16="http://schemas.microsoft.com/office/drawing/2014/main" id="{2001F073-535A-45C6-B8EB-0105F988647E}"/>
              </a:ext>
            </a:extLst>
          </p:cNvPr>
          <p:cNvSpPr>
            <a:spLocks noGrp="1"/>
          </p:cNvSpPr>
          <p:nvPr/>
        </p:nvSpPr>
        <p:spPr>
          <a:xfrm>
            <a:off x="-1143000" y="6143625"/>
            <a:ext cx="14478000" cy="2857500"/>
          </a:xfrm>
          <a:prstGeom prst="ellipse">
            <a:avLst/>
          </a:prstGeom>
          <a:noFill/>
          <a:ln w="19050">
            <a:solidFill>
              <a:srgbClr val="0B3F5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17" name="!!evs-117"/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1533525" y="5153025"/>
            <a:ext cx="457200" cy="457200"/>
          </a:xfrm>
          <a:prstGeom prst="rect">
            <a:avLst/>
          </a:prstGeom>
        </p:spPr>
      </p:pic>
      <p:sp>
        <p:nvSpPr>
          <p:cNvPr id="118" name="!!evs-118">
            <a:extLst>
              <a:ext uri="{FF2B5EF4-FFF2-40B4-BE49-F238E27FC236}">
                <a16:creationId xmlns:a16="http://schemas.microsoft.com/office/drawing/2014/main" id="{00C747CA-E471-4342-AC0B-5B53B1D85097}"/>
              </a:ext>
            </a:extLst>
          </p:cNvPr>
          <p:cNvSpPr>
            <a:spLocks noGrp="1"/>
          </p:cNvSpPr>
          <p:nvPr/>
        </p:nvSpPr>
        <p:spPr>
          <a:xfrm>
            <a:off x="428625" y="56197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Faster to Air</a:t>
            </a:r>
          </a:p>
        </p:txBody>
      </p:sp>
      <p:sp>
        <p:nvSpPr>
          <p:cNvPr id="119" name="!!evs-119">
            <a:extLst>
              <a:ext uri="{FF2B5EF4-FFF2-40B4-BE49-F238E27FC236}">
                <a16:creationId xmlns:a16="http://schemas.microsoft.com/office/drawing/2014/main" id="{F60C23B0-FA43-4F60-BAFE-3FDDB0E48B2E}"/>
              </a:ext>
            </a:extLst>
          </p:cNvPr>
          <p:cNvSpPr>
            <a:spLocks noGrp="1"/>
          </p:cNvSpPr>
          <p:nvPr/>
        </p:nvSpPr>
        <p:spPr>
          <a:xfrm>
            <a:off x="428625" y="58864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TURN IDEAS INTO IMPACT</a:t>
            </a:r>
          </a:p>
        </p:txBody>
      </p:sp>
      <p:sp>
        <p:nvSpPr>
          <p:cNvPr id="120" name="!!evs-120">
            <a:extLst>
              <a:ext uri="{FF2B5EF4-FFF2-40B4-BE49-F238E27FC236}">
                <a16:creationId xmlns:a16="http://schemas.microsoft.com/office/drawing/2014/main" id="{07978FEB-7BFB-4979-9BF3-CAB5D324E911}"/>
              </a:ext>
            </a:extLst>
          </p:cNvPr>
          <p:cNvSpPr>
            <a:spLocks noGrp="1"/>
          </p:cNvSpPr>
          <p:nvPr/>
        </p:nvSpPr>
        <p:spPr>
          <a:xfrm>
            <a:off x="3219450" y="5219700"/>
            <a:ext cx="9525" cy="790575"/>
          </a:xfrm>
          <a:prstGeom prst="rect">
            <a:avLst/>
          </a:prstGeom>
          <a:solidFill>
            <a:srgbClr val="2B5B72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21" name="!!evs-121"/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4457700" y="5153025"/>
            <a:ext cx="457200" cy="457200"/>
          </a:xfrm>
          <a:prstGeom prst="rect">
            <a:avLst/>
          </a:prstGeom>
        </p:spPr>
      </p:pic>
      <p:sp>
        <p:nvSpPr>
          <p:cNvPr id="122" name="!!evs-122">
            <a:extLst>
              <a:ext uri="{FF2B5EF4-FFF2-40B4-BE49-F238E27FC236}">
                <a16:creationId xmlns:a16="http://schemas.microsoft.com/office/drawing/2014/main" id="{1479DCB8-C84B-448A-83F6-5360ACCCE4B7}"/>
              </a:ext>
            </a:extLst>
          </p:cNvPr>
          <p:cNvSpPr>
            <a:spLocks noGrp="1"/>
          </p:cNvSpPr>
          <p:nvPr/>
        </p:nvSpPr>
        <p:spPr>
          <a:xfrm>
            <a:off x="3352800" y="56197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Metadata Continuity</a:t>
            </a:r>
          </a:p>
        </p:txBody>
      </p:sp>
      <p:sp>
        <p:nvSpPr>
          <p:cNvPr id="123" name="!!evs-123">
            <a:extLst>
              <a:ext uri="{FF2B5EF4-FFF2-40B4-BE49-F238E27FC236}">
                <a16:creationId xmlns:a16="http://schemas.microsoft.com/office/drawing/2014/main" id="{9C98DEC2-5B44-4AE9-A8DE-4F4FF1E6861D}"/>
              </a:ext>
            </a:extLst>
          </p:cNvPr>
          <p:cNvSpPr>
            <a:spLocks noGrp="1"/>
          </p:cNvSpPr>
          <p:nvPr/>
        </p:nvSpPr>
        <p:spPr>
          <a:xfrm>
            <a:off x="3352800" y="58864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CONTEXT TODAY. VALUE TOMORROW.</a:t>
            </a:r>
          </a:p>
        </p:txBody>
      </p:sp>
      <p:sp>
        <p:nvSpPr>
          <p:cNvPr id="124" name="!!evs-124">
            <a:extLst>
              <a:ext uri="{FF2B5EF4-FFF2-40B4-BE49-F238E27FC236}">
                <a16:creationId xmlns:a16="http://schemas.microsoft.com/office/drawing/2014/main" id="{4508C7DF-4C6C-4A4B-8C8D-557F7B27AB6F}"/>
              </a:ext>
            </a:extLst>
          </p:cNvPr>
          <p:cNvSpPr>
            <a:spLocks noGrp="1"/>
          </p:cNvSpPr>
          <p:nvPr/>
        </p:nvSpPr>
        <p:spPr>
          <a:xfrm>
            <a:off x="6143625" y="5219700"/>
            <a:ext cx="9525" cy="790575"/>
          </a:xfrm>
          <a:prstGeom prst="rect">
            <a:avLst/>
          </a:prstGeom>
          <a:solidFill>
            <a:srgbClr val="2B5B72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25" name="!!evs-125"/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7381875" y="5153025"/>
            <a:ext cx="457200" cy="457200"/>
          </a:xfrm>
          <a:prstGeom prst="rect">
            <a:avLst/>
          </a:prstGeom>
        </p:spPr>
      </p:pic>
      <p:sp>
        <p:nvSpPr>
          <p:cNvPr id="126" name="!!evs-126">
            <a:extLst>
              <a:ext uri="{FF2B5EF4-FFF2-40B4-BE49-F238E27FC236}">
                <a16:creationId xmlns:a16="http://schemas.microsoft.com/office/drawing/2014/main" id="{823DEF9F-907C-4AB5-A0E0-6563E845A1A6}"/>
              </a:ext>
            </a:extLst>
          </p:cNvPr>
          <p:cNvSpPr>
            <a:spLocks noGrp="1"/>
          </p:cNvSpPr>
          <p:nvPr/>
        </p:nvSpPr>
        <p:spPr>
          <a:xfrm>
            <a:off x="6276975" y="56197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155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One Source, Multiple Screens</a:t>
            </a:r>
          </a:p>
        </p:txBody>
      </p:sp>
      <p:sp>
        <p:nvSpPr>
          <p:cNvPr id="127" name="!!evs-127">
            <a:extLst>
              <a:ext uri="{FF2B5EF4-FFF2-40B4-BE49-F238E27FC236}">
                <a16:creationId xmlns:a16="http://schemas.microsoft.com/office/drawing/2014/main" id="{56C3C6AE-9A8B-4AF1-B350-04809D48FCFF}"/>
              </a:ext>
            </a:extLst>
          </p:cNvPr>
          <p:cNvSpPr>
            <a:spLocks noGrp="1"/>
          </p:cNvSpPr>
          <p:nvPr/>
        </p:nvSpPr>
        <p:spPr>
          <a:xfrm>
            <a:off x="6276975" y="58864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A GREATER REACH FOR EVERY STORY</a:t>
            </a:r>
          </a:p>
        </p:txBody>
      </p:sp>
      <p:sp>
        <p:nvSpPr>
          <p:cNvPr id="128" name="!!evs-128">
            <a:extLst>
              <a:ext uri="{FF2B5EF4-FFF2-40B4-BE49-F238E27FC236}">
                <a16:creationId xmlns:a16="http://schemas.microsoft.com/office/drawing/2014/main" id="{9F7C7D0A-081D-4696-A9A0-B3661AE52A6A}"/>
              </a:ext>
            </a:extLst>
          </p:cNvPr>
          <p:cNvSpPr>
            <a:spLocks noGrp="1"/>
          </p:cNvSpPr>
          <p:nvPr/>
        </p:nvSpPr>
        <p:spPr>
          <a:xfrm>
            <a:off x="9067800" y="5219700"/>
            <a:ext cx="9525" cy="790575"/>
          </a:xfrm>
          <a:prstGeom prst="rect">
            <a:avLst/>
          </a:prstGeom>
          <a:solidFill>
            <a:srgbClr val="2B5B72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29" name="!!evs-129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0306050" y="5153025"/>
            <a:ext cx="457200" cy="457200"/>
          </a:xfrm>
          <a:prstGeom prst="rect">
            <a:avLst/>
          </a:prstGeom>
        </p:spPr>
      </p:pic>
      <p:sp>
        <p:nvSpPr>
          <p:cNvPr id="130" name="!!evs-130">
            <a:extLst>
              <a:ext uri="{FF2B5EF4-FFF2-40B4-BE49-F238E27FC236}">
                <a16:creationId xmlns:a16="http://schemas.microsoft.com/office/drawing/2014/main" id="{E8E9F661-E617-4926-85D5-358C9DBE1035}"/>
              </a:ext>
            </a:extLst>
          </p:cNvPr>
          <p:cNvSpPr>
            <a:spLocks noGrp="1"/>
          </p:cNvSpPr>
          <p:nvPr/>
        </p:nvSpPr>
        <p:spPr>
          <a:xfrm>
            <a:off x="9201150" y="56197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Resilient Operations</a:t>
            </a:r>
          </a:p>
        </p:txBody>
      </p:sp>
      <p:sp>
        <p:nvSpPr>
          <p:cNvPr id="131" name="!!evs-131">
            <a:extLst>
              <a:ext uri="{FF2B5EF4-FFF2-40B4-BE49-F238E27FC236}">
                <a16:creationId xmlns:a16="http://schemas.microsoft.com/office/drawing/2014/main" id="{89A151EF-6A0B-45E3-ADA5-1B8A82959147}"/>
              </a:ext>
            </a:extLst>
          </p:cNvPr>
          <p:cNvSpPr>
            <a:spLocks noGrp="1"/>
          </p:cNvSpPr>
          <p:nvPr/>
        </p:nvSpPr>
        <p:spPr>
          <a:xfrm>
            <a:off x="9201150" y="58864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READY FOR WHAT’S NEXT</a:t>
            </a:r>
          </a:p>
        </p:txBody>
      </p:sp>
      <p:sp>
        <p:nvSpPr>
          <p:cNvPr id="132" name="!!evs-132">
            <a:extLst>
              <a:ext uri="{FF2B5EF4-FFF2-40B4-BE49-F238E27FC236}">
                <a16:creationId xmlns:a16="http://schemas.microsoft.com/office/drawing/2014/main" id="{5CAF8EFF-349C-46F0-8F3B-56DD4A964C37}"/>
              </a:ext>
            </a:extLst>
          </p:cNvPr>
          <p:cNvSpPr>
            <a:spLocks noGrp="1"/>
          </p:cNvSpPr>
          <p:nvPr/>
        </p:nvSpPr>
        <p:spPr>
          <a:xfrm>
            <a:off x="3086100" y="6505575"/>
            <a:ext cx="2190750" cy="9525"/>
          </a:xfrm>
          <a:prstGeom prst="rect">
            <a:avLst/>
          </a:prstGeom>
          <a:solidFill>
            <a:srgbClr val="2B5B72">
              <a:alpha val="7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3" name="!!evs-133">
            <a:extLst>
              <a:ext uri="{FF2B5EF4-FFF2-40B4-BE49-F238E27FC236}">
                <a16:creationId xmlns:a16="http://schemas.microsoft.com/office/drawing/2014/main" id="{BAD64596-881E-42FC-BBE3-CB5D1E886C57}"/>
              </a:ext>
            </a:extLst>
          </p:cNvPr>
          <p:cNvSpPr>
            <a:spLocks noGrp="1"/>
          </p:cNvSpPr>
          <p:nvPr/>
        </p:nvSpPr>
        <p:spPr>
          <a:xfrm>
            <a:off x="6915150" y="6505575"/>
            <a:ext cx="2190750" cy="9525"/>
          </a:xfrm>
          <a:prstGeom prst="rect">
            <a:avLst/>
          </a:prstGeom>
          <a:solidFill>
            <a:srgbClr val="2B5B72">
              <a:alpha val="7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4" name="!!evs-134">
            <a:extLst>
              <a:ext uri="{FF2B5EF4-FFF2-40B4-BE49-F238E27FC236}">
                <a16:creationId xmlns:a16="http://schemas.microsoft.com/office/drawing/2014/main" id="{ECDCEAE9-BFE9-4934-94D2-0AFC42FB004C}"/>
              </a:ext>
            </a:extLst>
          </p:cNvPr>
          <p:cNvSpPr>
            <a:spLocks noGrp="1"/>
          </p:cNvSpPr>
          <p:nvPr/>
        </p:nvSpPr>
        <p:spPr>
          <a:xfrm>
            <a:off x="4905375" y="641985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NEWS MOVES THE WORLD FORWARD</a:t>
            </a:r>
          </a:p>
        </p:txBody>
      </p:sp>
      <p:sp>
        <p:nvSpPr>
          <p:cNvPr id="137" name="step-counter-7"/>
          <p:cNvSpPr txBox="1"/>
          <p:nvPr/>
        </p:nvSpPr>
        <p:spPr>
          <a:xfrm>
            <a:off x="10195560" y="1353312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58D9FF"/>
                </a:solidFill>
                <a:latin typeface="Aptos"/>
              </a:rPr>
              <a:t>STEP 7 OF 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!!evs-135"/>
          <p:cNvPicPr>
            <a:picLocks noChangeAspect="1"/>
          </p:cNvPicPr>
          <p:nvPr/>
        </p:nvPicPr>
        <p:blipFill>
          <a:blip r:embed="rId2"/>
          <a:srcRect l="11378" r="11378"/>
          <a:stretch>
            <a:fillRect/>
          </a:stretch>
        </p:blipFill>
        <p:spPr>
          <a:xfrm>
            <a:off x="6412230" y="0"/>
            <a:ext cx="5619750" cy="2047875"/>
          </a:xfrm>
          <a:prstGeom prst="rect">
            <a:avLst/>
          </a:prstGeom>
        </p:spPr>
      </p:pic>
      <p:sp>
        <p:nvSpPr>
          <p:cNvPr id="2" name="!!evs-2">
            <a:extLst>
              <a:ext uri="{FF2B5EF4-FFF2-40B4-BE49-F238E27FC236}">
                <a16:creationId xmlns:a16="http://schemas.microsoft.com/office/drawing/2014/main" id="{65AA2FAD-F874-401C-9C8D-5F7779ED37B5}"/>
              </a:ext>
            </a:extLst>
          </p:cNvPr>
          <p:cNvSpPr>
            <a:spLocks noGrp="1"/>
          </p:cNvSpPr>
          <p:nvPr/>
        </p:nvSpPr>
        <p:spPr>
          <a:xfrm>
            <a:off x="6191250" y="0"/>
            <a:ext cx="6000750" cy="2047875"/>
          </a:xfrm>
          <a:prstGeom prst="rect">
            <a:avLst/>
          </a:prstGeom>
          <a:gradFill>
            <a:gsLst>
              <a:gs pos="0">
                <a:srgbClr val="041522"/>
              </a:gs>
              <a:gs pos="45000">
                <a:srgbClr val="041522">
                  <a:alpha val="55000"/>
                </a:srgbClr>
              </a:gs>
              <a:gs pos="100000">
                <a:srgbClr val="041522">
                  <a:alpha val="18000"/>
                </a:srgbClr>
              </a:gs>
            </a:gsLst>
            <a:lin ang="5400000"/>
          </a:gra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!!evs-3">
            <a:extLst>
              <a:ext uri="{FF2B5EF4-FFF2-40B4-BE49-F238E27FC236}">
                <a16:creationId xmlns:a16="http://schemas.microsoft.com/office/drawing/2014/main" id="{DCB508B3-F20E-4CC4-AAD6-79CCC10F0778}"/>
              </a:ext>
            </a:extLst>
          </p:cNvPr>
          <p:cNvSpPr>
            <a:spLocks noGrp="1"/>
          </p:cNvSpPr>
          <p:nvPr/>
        </p:nvSpPr>
        <p:spPr>
          <a:xfrm>
            <a:off x="0" y="1619250"/>
            <a:ext cx="12192000" cy="428625"/>
          </a:xfrm>
          <a:prstGeom prst="rect">
            <a:avLst/>
          </a:prstGeom>
          <a:gradFill>
            <a:gsLst>
              <a:gs pos="0">
                <a:srgbClr val="041522">
                  <a:alpha val="0"/>
                </a:srgbClr>
              </a:gs>
              <a:gs pos="100000">
                <a:srgbClr val="041522"/>
              </a:gs>
            </a:gsLst>
            <a:lin ang="10800000"/>
          </a:gra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!!evs-4">
            <a:extLst>
              <a:ext uri="{FF2B5EF4-FFF2-40B4-BE49-F238E27FC236}">
                <a16:creationId xmlns:a16="http://schemas.microsoft.com/office/drawing/2014/main" id="{8DCFB74B-CC14-4044-8161-213547198D0A}"/>
              </a:ext>
            </a:extLst>
          </p:cNvPr>
          <p:cNvSpPr>
            <a:spLocks noGrp="1"/>
          </p:cNvSpPr>
          <p:nvPr/>
        </p:nvSpPr>
        <p:spPr>
          <a:xfrm>
            <a:off x="0" y="99060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!!evs-5">
            <a:extLst>
              <a:ext uri="{FF2B5EF4-FFF2-40B4-BE49-F238E27FC236}">
                <a16:creationId xmlns:a16="http://schemas.microsoft.com/office/drawing/2014/main" id="{7E8198F1-3843-43A7-BCE8-F8F2073DC915}"/>
              </a:ext>
            </a:extLst>
          </p:cNvPr>
          <p:cNvSpPr>
            <a:spLocks noGrp="1"/>
          </p:cNvSpPr>
          <p:nvPr/>
        </p:nvSpPr>
        <p:spPr>
          <a:xfrm>
            <a:off x="0" y="150495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!!evs-6">
            <a:extLst>
              <a:ext uri="{FF2B5EF4-FFF2-40B4-BE49-F238E27FC236}">
                <a16:creationId xmlns:a16="http://schemas.microsoft.com/office/drawing/2014/main" id="{A1E0B327-8F29-4250-A479-1E49B3F5C7CD}"/>
              </a:ext>
            </a:extLst>
          </p:cNvPr>
          <p:cNvSpPr>
            <a:spLocks noGrp="1"/>
          </p:cNvSpPr>
          <p:nvPr/>
        </p:nvSpPr>
        <p:spPr>
          <a:xfrm>
            <a:off x="0" y="201930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!!evs-7">
            <a:extLst>
              <a:ext uri="{FF2B5EF4-FFF2-40B4-BE49-F238E27FC236}">
                <a16:creationId xmlns:a16="http://schemas.microsoft.com/office/drawing/2014/main" id="{D0FC1A78-221C-4601-90E7-C3B73C809096}"/>
              </a:ext>
            </a:extLst>
          </p:cNvPr>
          <p:cNvSpPr>
            <a:spLocks noGrp="1"/>
          </p:cNvSpPr>
          <p:nvPr/>
        </p:nvSpPr>
        <p:spPr>
          <a:xfrm>
            <a:off x="0" y="253365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!!evs-8">
            <a:extLst>
              <a:ext uri="{FF2B5EF4-FFF2-40B4-BE49-F238E27FC236}">
                <a16:creationId xmlns:a16="http://schemas.microsoft.com/office/drawing/2014/main" id="{4B33D8A2-9D26-4E55-A570-0F0BC0754B6B}"/>
              </a:ext>
            </a:extLst>
          </p:cNvPr>
          <p:cNvSpPr>
            <a:spLocks noGrp="1"/>
          </p:cNvSpPr>
          <p:nvPr/>
        </p:nvSpPr>
        <p:spPr>
          <a:xfrm>
            <a:off x="0" y="304800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!!evs-9">
            <a:extLst>
              <a:ext uri="{FF2B5EF4-FFF2-40B4-BE49-F238E27FC236}">
                <a16:creationId xmlns:a16="http://schemas.microsoft.com/office/drawing/2014/main" id="{2EC7CE67-00F2-48E8-A65E-C69A15101E97}"/>
              </a:ext>
            </a:extLst>
          </p:cNvPr>
          <p:cNvSpPr>
            <a:spLocks noGrp="1"/>
          </p:cNvSpPr>
          <p:nvPr/>
        </p:nvSpPr>
        <p:spPr>
          <a:xfrm>
            <a:off x="0" y="356235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!!evs-10">
            <a:extLst>
              <a:ext uri="{FF2B5EF4-FFF2-40B4-BE49-F238E27FC236}">
                <a16:creationId xmlns:a16="http://schemas.microsoft.com/office/drawing/2014/main" id="{7C91D761-4D50-487E-9703-E014C41E06E0}"/>
              </a:ext>
            </a:extLst>
          </p:cNvPr>
          <p:cNvSpPr>
            <a:spLocks noGrp="1"/>
          </p:cNvSpPr>
          <p:nvPr/>
        </p:nvSpPr>
        <p:spPr>
          <a:xfrm>
            <a:off x="0" y="407670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!!evs-11">
            <a:extLst>
              <a:ext uri="{FF2B5EF4-FFF2-40B4-BE49-F238E27FC236}">
                <a16:creationId xmlns:a16="http://schemas.microsoft.com/office/drawing/2014/main" id="{564498BE-5805-420B-B967-58F84CB92607}"/>
              </a:ext>
            </a:extLst>
          </p:cNvPr>
          <p:cNvSpPr>
            <a:spLocks noGrp="1"/>
          </p:cNvSpPr>
          <p:nvPr/>
        </p:nvSpPr>
        <p:spPr>
          <a:xfrm>
            <a:off x="0" y="459105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!!evs-12">
            <a:extLst>
              <a:ext uri="{FF2B5EF4-FFF2-40B4-BE49-F238E27FC236}">
                <a16:creationId xmlns:a16="http://schemas.microsoft.com/office/drawing/2014/main" id="{2A710823-211A-4B95-85D7-82595CAE2E89}"/>
              </a:ext>
            </a:extLst>
          </p:cNvPr>
          <p:cNvSpPr>
            <a:spLocks noGrp="1"/>
          </p:cNvSpPr>
          <p:nvPr/>
        </p:nvSpPr>
        <p:spPr>
          <a:xfrm>
            <a:off x="0" y="510540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!!evs-13">
            <a:extLst>
              <a:ext uri="{FF2B5EF4-FFF2-40B4-BE49-F238E27FC236}">
                <a16:creationId xmlns:a16="http://schemas.microsoft.com/office/drawing/2014/main" id="{3F848A76-9C53-42A4-9B8B-626A933C42A5}"/>
              </a:ext>
            </a:extLst>
          </p:cNvPr>
          <p:cNvSpPr>
            <a:spLocks noGrp="1"/>
          </p:cNvSpPr>
          <p:nvPr/>
        </p:nvSpPr>
        <p:spPr>
          <a:xfrm>
            <a:off x="0" y="561975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!!evs-14">
            <a:extLst>
              <a:ext uri="{FF2B5EF4-FFF2-40B4-BE49-F238E27FC236}">
                <a16:creationId xmlns:a16="http://schemas.microsoft.com/office/drawing/2014/main" id="{57EC29ED-5B71-4A91-835D-1606E4E25A72}"/>
              </a:ext>
            </a:extLst>
          </p:cNvPr>
          <p:cNvSpPr>
            <a:spLocks noGrp="1"/>
          </p:cNvSpPr>
          <p:nvPr/>
        </p:nvSpPr>
        <p:spPr>
          <a:xfrm>
            <a:off x="0" y="613410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!!evs-15">
            <a:extLst>
              <a:ext uri="{FF2B5EF4-FFF2-40B4-BE49-F238E27FC236}">
                <a16:creationId xmlns:a16="http://schemas.microsoft.com/office/drawing/2014/main" id="{73D99984-4B08-484D-8B34-FBD6CB389A53}"/>
              </a:ext>
            </a:extLst>
          </p:cNvPr>
          <p:cNvSpPr>
            <a:spLocks noGrp="1"/>
          </p:cNvSpPr>
          <p:nvPr/>
        </p:nvSpPr>
        <p:spPr>
          <a:xfrm>
            <a:off x="0" y="6648450"/>
            <a:ext cx="12192000" cy="9525"/>
          </a:xfrm>
          <a:prstGeom prst="rect">
            <a:avLst/>
          </a:prstGeom>
          <a:solidFill>
            <a:srgbClr val="0A3148">
              <a:alpha val="3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!!evs-16">
            <a:extLst>
              <a:ext uri="{FF2B5EF4-FFF2-40B4-BE49-F238E27FC236}">
                <a16:creationId xmlns:a16="http://schemas.microsoft.com/office/drawing/2014/main" id="{B1DBF21B-E134-4910-A3E3-161A14979D23}"/>
              </a:ext>
            </a:extLst>
          </p:cNvPr>
          <p:cNvSpPr>
            <a:spLocks noGrp="1"/>
          </p:cNvSpPr>
          <p:nvPr/>
        </p:nvSpPr>
        <p:spPr>
          <a:xfrm>
            <a:off x="381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!!evs-17">
            <a:extLst>
              <a:ext uri="{FF2B5EF4-FFF2-40B4-BE49-F238E27FC236}">
                <a16:creationId xmlns:a16="http://schemas.microsoft.com/office/drawing/2014/main" id="{74AAA4C7-3BD4-4041-91EF-DDD454CC56C0}"/>
              </a:ext>
            </a:extLst>
          </p:cNvPr>
          <p:cNvSpPr>
            <a:spLocks noGrp="1"/>
          </p:cNvSpPr>
          <p:nvPr/>
        </p:nvSpPr>
        <p:spPr>
          <a:xfrm>
            <a:off x="1524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!!evs-18">
            <a:extLst>
              <a:ext uri="{FF2B5EF4-FFF2-40B4-BE49-F238E27FC236}">
                <a16:creationId xmlns:a16="http://schemas.microsoft.com/office/drawing/2014/main" id="{AEC7E939-8A73-4913-957B-1DF992AD0CFD}"/>
              </a:ext>
            </a:extLst>
          </p:cNvPr>
          <p:cNvSpPr>
            <a:spLocks noGrp="1"/>
          </p:cNvSpPr>
          <p:nvPr/>
        </p:nvSpPr>
        <p:spPr>
          <a:xfrm>
            <a:off x="2667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!!evs-19">
            <a:extLst>
              <a:ext uri="{FF2B5EF4-FFF2-40B4-BE49-F238E27FC236}">
                <a16:creationId xmlns:a16="http://schemas.microsoft.com/office/drawing/2014/main" id="{D6455841-64B1-417D-ACEB-9D5AB88C8969}"/>
              </a:ext>
            </a:extLst>
          </p:cNvPr>
          <p:cNvSpPr>
            <a:spLocks noGrp="1"/>
          </p:cNvSpPr>
          <p:nvPr/>
        </p:nvSpPr>
        <p:spPr>
          <a:xfrm>
            <a:off x="3810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!!evs-20">
            <a:extLst>
              <a:ext uri="{FF2B5EF4-FFF2-40B4-BE49-F238E27FC236}">
                <a16:creationId xmlns:a16="http://schemas.microsoft.com/office/drawing/2014/main" id="{1C7F8E06-121B-4E2C-AE74-9055FA60C7C3}"/>
              </a:ext>
            </a:extLst>
          </p:cNvPr>
          <p:cNvSpPr>
            <a:spLocks noGrp="1"/>
          </p:cNvSpPr>
          <p:nvPr/>
        </p:nvSpPr>
        <p:spPr>
          <a:xfrm>
            <a:off x="4953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!!evs-21">
            <a:extLst>
              <a:ext uri="{FF2B5EF4-FFF2-40B4-BE49-F238E27FC236}">
                <a16:creationId xmlns:a16="http://schemas.microsoft.com/office/drawing/2014/main" id="{A5A1CD44-6CBA-40CE-9E96-F54D42247CFC}"/>
              </a:ext>
            </a:extLst>
          </p:cNvPr>
          <p:cNvSpPr>
            <a:spLocks noGrp="1"/>
          </p:cNvSpPr>
          <p:nvPr/>
        </p:nvSpPr>
        <p:spPr>
          <a:xfrm>
            <a:off x="6096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2" name="!!evs-22">
            <a:extLst>
              <a:ext uri="{FF2B5EF4-FFF2-40B4-BE49-F238E27FC236}">
                <a16:creationId xmlns:a16="http://schemas.microsoft.com/office/drawing/2014/main" id="{5EEB1559-F8BC-496C-9083-86BD64664481}"/>
              </a:ext>
            </a:extLst>
          </p:cNvPr>
          <p:cNvSpPr>
            <a:spLocks noGrp="1"/>
          </p:cNvSpPr>
          <p:nvPr/>
        </p:nvSpPr>
        <p:spPr>
          <a:xfrm>
            <a:off x="7239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!!evs-23">
            <a:extLst>
              <a:ext uri="{FF2B5EF4-FFF2-40B4-BE49-F238E27FC236}">
                <a16:creationId xmlns:a16="http://schemas.microsoft.com/office/drawing/2014/main" id="{BF687707-E3E7-4B60-BA56-18CEE5E86EC1}"/>
              </a:ext>
            </a:extLst>
          </p:cNvPr>
          <p:cNvSpPr>
            <a:spLocks noGrp="1"/>
          </p:cNvSpPr>
          <p:nvPr/>
        </p:nvSpPr>
        <p:spPr>
          <a:xfrm>
            <a:off x="8382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4" name="!!evs-24">
            <a:extLst>
              <a:ext uri="{FF2B5EF4-FFF2-40B4-BE49-F238E27FC236}">
                <a16:creationId xmlns:a16="http://schemas.microsoft.com/office/drawing/2014/main" id="{FD3F7184-CF14-4F52-A0CE-157D5D74C469}"/>
              </a:ext>
            </a:extLst>
          </p:cNvPr>
          <p:cNvSpPr>
            <a:spLocks noGrp="1"/>
          </p:cNvSpPr>
          <p:nvPr/>
        </p:nvSpPr>
        <p:spPr>
          <a:xfrm>
            <a:off x="9525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5" name="!!evs-25">
            <a:extLst>
              <a:ext uri="{FF2B5EF4-FFF2-40B4-BE49-F238E27FC236}">
                <a16:creationId xmlns:a16="http://schemas.microsoft.com/office/drawing/2014/main" id="{43C0FE55-58A4-4BAC-B16F-909BC9918A38}"/>
              </a:ext>
            </a:extLst>
          </p:cNvPr>
          <p:cNvSpPr>
            <a:spLocks noGrp="1"/>
          </p:cNvSpPr>
          <p:nvPr/>
        </p:nvSpPr>
        <p:spPr>
          <a:xfrm>
            <a:off x="10668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6" name="!!evs-26">
            <a:extLst>
              <a:ext uri="{FF2B5EF4-FFF2-40B4-BE49-F238E27FC236}">
                <a16:creationId xmlns:a16="http://schemas.microsoft.com/office/drawing/2014/main" id="{DCE67FEE-BDF7-4EF3-8DFF-97855923434C}"/>
              </a:ext>
            </a:extLst>
          </p:cNvPr>
          <p:cNvSpPr>
            <a:spLocks noGrp="1"/>
          </p:cNvSpPr>
          <p:nvPr/>
        </p:nvSpPr>
        <p:spPr>
          <a:xfrm>
            <a:off x="11811000" y="1695450"/>
            <a:ext cx="9525" cy="5000625"/>
          </a:xfrm>
          <a:prstGeom prst="rect">
            <a:avLst/>
          </a:prstGeom>
          <a:solidFill>
            <a:srgbClr val="0A3148">
              <a:alpha val="2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7" name="!!evs-27">
            <a:extLst>
              <a:ext uri="{FF2B5EF4-FFF2-40B4-BE49-F238E27FC236}">
                <a16:creationId xmlns:a16="http://schemas.microsoft.com/office/drawing/2014/main" id="{164E6376-B027-414B-9F21-44464EE838D5}"/>
              </a:ext>
            </a:extLst>
          </p:cNvPr>
          <p:cNvSpPr>
            <a:spLocks noGrp="1"/>
          </p:cNvSpPr>
          <p:nvPr/>
        </p:nvSpPr>
        <p:spPr>
          <a:xfrm>
            <a:off x="457200" y="238125"/>
            <a:ext cx="685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949"/>
          </a:bodyPr>
          <a:lstStyle/>
          <a:p>
            <a:pPr algn="l">
              <a:lnSpc>
                <a:spcPct val="100000"/>
              </a:lnSpc>
              <a:buNone/>
              <a:defRPr sz="39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EVS MODERN NEWSROOM</a:t>
            </a:r>
          </a:p>
        </p:txBody>
      </p:sp>
      <p:sp>
        <p:nvSpPr>
          <p:cNvPr id="28" name="!!evs-28">
            <a:extLst>
              <a:ext uri="{FF2B5EF4-FFF2-40B4-BE49-F238E27FC236}">
                <a16:creationId xmlns:a16="http://schemas.microsoft.com/office/drawing/2014/main" id="{1494665C-9BCF-4FC8-B1E3-CF45AA54A1A3}"/>
              </a:ext>
            </a:extLst>
          </p:cNvPr>
          <p:cNvSpPr>
            <a:spLocks noGrp="1"/>
          </p:cNvSpPr>
          <p:nvPr/>
        </p:nvSpPr>
        <p:spPr>
          <a:xfrm>
            <a:off x="476250" y="781050"/>
            <a:ext cx="581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958" lnSpcReduction="10000"/>
          </a:bodyPr>
          <a:lstStyle/>
          <a:p>
            <a:pPr algn="l">
              <a:lnSpc>
                <a:spcPct val="100000"/>
              </a:lnSpc>
              <a:buNone/>
              <a:defRPr sz="2400" b="0">
                <a:solidFill>
                  <a:srgbClr val="C7D9E5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0">
                <a:solidFill>
                  <a:srgbClr val="C7D9E5"/>
                </a:solidFill>
                <a:latin typeface="Aptos Display"/>
                <a:ea typeface="Aptos Display"/>
                <a:cs typeface="Aptos Display"/>
              </a:rPr>
              <a:t>Breaking News to Every Screen</a:t>
            </a:r>
          </a:p>
        </p:txBody>
      </p:sp>
      <p:sp>
        <p:nvSpPr>
          <p:cNvPr id="29" name="!!evs-29">
            <a:extLst>
              <a:ext uri="{FF2B5EF4-FFF2-40B4-BE49-F238E27FC236}">
                <a16:creationId xmlns:a16="http://schemas.microsoft.com/office/drawing/2014/main" id="{990683BE-A8D8-4434-8377-E38D422B7696}"/>
              </a:ext>
            </a:extLst>
          </p:cNvPr>
          <p:cNvSpPr>
            <a:spLocks noGrp="1"/>
          </p:cNvSpPr>
          <p:nvPr/>
        </p:nvSpPr>
        <p:spPr>
          <a:xfrm>
            <a:off x="476250" y="1257300"/>
            <a:ext cx="514350" cy="38100"/>
          </a:xfrm>
          <a:prstGeom prst="rect">
            <a:avLst/>
          </a:prstGeom>
          <a:solidFill>
            <a:srgbClr val="58D9FF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0" name="!!evs-30">
            <a:extLst>
              <a:ext uri="{FF2B5EF4-FFF2-40B4-BE49-F238E27FC236}">
                <a16:creationId xmlns:a16="http://schemas.microsoft.com/office/drawing/2014/main" id="{16FC656B-833A-4FC1-ACDF-BCBF1EA63D98}"/>
              </a:ext>
            </a:extLst>
          </p:cNvPr>
          <p:cNvSpPr>
            <a:spLocks noGrp="1"/>
          </p:cNvSpPr>
          <p:nvPr/>
        </p:nvSpPr>
        <p:spPr>
          <a:xfrm>
            <a:off x="476250" y="1381125"/>
            <a:ext cx="590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CONNECT  •  CREATE  •  COLLABORATE  •  DELIVER  •  TOGETHER</a:t>
            </a:r>
          </a:p>
        </p:txBody>
      </p:sp>
      <p:sp>
        <p:nvSpPr>
          <p:cNvPr id="136" name="!!spotlight"/>
          <p:cNvSpPr/>
          <p:nvPr/>
        </p:nvSpPr>
        <p:spPr>
          <a:xfrm>
            <a:off x="10752963" y="1682496"/>
            <a:ext cx="1335024" cy="2157984"/>
          </a:xfrm>
          <a:prstGeom prst="rect">
            <a:avLst/>
          </a:prstGeom>
          <a:solidFill>
            <a:srgbClr val="073146">
              <a:alpha val="62000"/>
            </a:srgbClr>
          </a:solidFill>
          <a:ln w="15240">
            <a:solidFill>
              <a:srgbClr val="58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!!evs-31">
            <a:extLst>
              <a:ext uri="{FF2B5EF4-FFF2-40B4-BE49-F238E27FC236}">
                <a16:creationId xmlns:a16="http://schemas.microsoft.com/office/drawing/2014/main" id="{7558E714-D82A-452A-91C8-B01F564D17CD}"/>
              </a:ext>
            </a:extLst>
          </p:cNvPr>
          <p:cNvSpPr>
            <a:spLocks noGrp="1"/>
          </p:cNvSpPr>
          <p:nvPr/>
        </p:nvSpPr>
        <p:spPr>
          <a:xfrm>
            <a:off x="8572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2" name="!!evs-32">
            <a:extLst>
              <a:ext uri="{FF2B5EF4-FFF2-40B4-BE49-F238E27FC236}">
                <a16:creationId xmlns:a16="http://schemas.microsoft.com/office/drawing/2014/main" id="{5D1945B0-A154-4AED-9AE1-3F7EB970CEF9}"/>
              </a:ext>
            </a:extLst>
          </p:cNvPr>
          <p:cNvSpPr>
            <a:spLocks noGrp="1"/>
          </p:cNvSpPr>
          <p:nvPr/>
        </p:nvSpPr>
        <p:spPr>
          <a:xfrm>
            <a:off x="8572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pic>
        <p:nvPicPr>
          <p:cNvPr id="33" name="!!evs-33"/>
          <p:cNvPicPr>
            <a:picLocks noChangeAspect="1"/>
          </p:cNvPicPr>
          <p:nvPr/>
        </p:nvPicPr>
        <p:blipFill>
          <a:blip r:embed="rId3">
            <a:alphaModFix amt="38000"/>
          </a:blip>
          <a:stretch/>
        </p:blipFill>
        <p:spPr>
          <a:xfrm>
            <a:off x="828675" y="2266950"/>
            <a:ext cx="381000" cy="381000"/>
          </a:xfrm>
          <a:prstGeom prst="rect">
            <a:avLst/>
          </a:prstGeom>
        </p:spPr>
      </p:pic>
      <p:sp>
        <p:nvSpPr>
          <p:cNvPr id="34" name="!!evs-34">
            <a:extLst>
              <a:ext uri="{FF2B5EF4-FFF2-40B4-BE49-F238E27FC236}">
                <a16:creationId xmlns:a16="http://schemas.microsoft.com/office/drawing/2014/main" id="{BB7D28C4-885C-43E6-8DA1-6CD319B97023}"/>
              </a:ext>
            </a:extLst>
          </p:cNvPr>
          <p:cNvSpPr>
            <a:spLocks noGrp="1"/>
          </p:cNvSpPr>
          <p:nvPr/>
        </p:nvSpPr>
        <p:spPr>
          <a:xfrm>
            <a:off x="3429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ACQUIRE</a:t>
            </a:r>
          </a:p>
        </p:txBody>
      </p:sp>
      <p:sp>
        <p:nvSpPr>
          <p:cNvPr id="35" name="!!evs-35">
            <a:extLst>
              <a:ext uri="{FF2B5EF4-FFF2-40B4-BE49-F238E27FC236}">
                <a16:creationId xmlns:a16="http://schemas.microsoft.com/office/drawing/2014/main" id="{D54A1786-15F2-4BE5-BA52-FBDFCAB5B5CC}"/>
              </a:ext>
            </a:extLst>
          </p:cNvPr>
          <p:cNvSpPr>
            <a:spLocks noGrp="1"/>
          </p:cNvSpPr>
          <p:nvPr/>
        </p:nvSpPr>
        <p:spPr>
          <a:xfrm>
            <a:off x="3810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Agency + field feeds</a:t>
            </a:r>
          </a:p>
        </p:txBody>
      </p:sp>
      <p:sp>
        <p:nvSpPr>
          <p:cNvPr id="36" name="!!evs-36">
            <a:extLst>
              <a:ext uri="{FF2B5EF4-FFF2-40B4-BE49-F238E27FC236}">
                <a16:creationId xmlns:a16="http://schemas.microsoft.com/office/drawing/2014/main" id="{47BA7C1D-1FA0-41F0-AF82-CA573CA04DC8}"/>
              </a:ext>
            </a:extLst>
          </p:cNvPr>
          <p:cNvSpPr>
            <a:spLocks noGrp="1"/>
          </p:cNvSpPr>
          <p:nvPr/>
        </p:nvSpPr>
        <p:spPr>
          <a:xfrm>
            <a:off x="17430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7" name="!!evs-37">
            <a:extLst>
              <a:ext uri="{FF2B5EF4-FFF2-40B4-BE49-F238E27FC236}">
                <a16:creationId xmlns:a16="http://schemas.microsoft.com/office/drawing/2014/main" id="{1F8070E3-C562-4719-8608-C5DD3AF0CAE3}"/>
              </a:ext>
            </a:extLst>
          </p:cNvPr>
          <p:cNvSpPr>
            <a:spLocks noGrp="1"/>
          </p:cNvSpPr>
          <p:nvPr/>
        </p:nvSpPr>
        <p:spPr>
          <a:xfrm>
            <a:off x="16954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38" name="!!evs-38">
            <a:extLst>
              <a:ext uri="{FF2B5EF4-FFF2-40B4-BE49-F238E27FC236}">
                <a16:creationId xmlns:a16="http://schemas.microsoft.com/office/drawing/2014/main" id="{CA358604-4851-48BF-94D9-F84AEED215A2}"/>
              </a:ext>
            </a:extLst>
          </p:cNvPr>
          <p:cNvSpPr>
            <a:spLocks noGrp="1"/>
          </p:cNvSpPr>
          <p:nvPr/>
        </p:nvSpPr>
        <p:spPr>
          <a:xfrm>
            <a:off x="23431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9" name="!!evs-39">
            <a:extLst>
              <a:ext uri="{FF2B5EF4-FFF2-40B4-BE49-F238E27FC236}">
                <a16:creationId xmlns:a16="http://schemas.microsoft.com/office/drawing/2014/main" id="{8E66C420-89DB-47F8-A294-948B4DFAC178}"/>
              </a:ext>
            </a:extLst>
          </p:cNvPr>
          <p:cNvSpPr>
            <a:spLocks noGrp="1"/>
          </p:cNvSpPr>
          <p:nvPr/>
        </p:nvSpPr>
        <p:spPr>
          <a:xfrm>
            <a:off x="23431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pic>
        <p:nvPicPr>
          <p:cNvPr id="40" name="!!evs-40"/>
          <p:cNvPicPr>
            <a:picLocks noChangeAspect="1"/>
          </p:cNvPicPr>
          <p:nvPr/>
        </p:nvPicPr>
        <p:blipFill>
          <a:blip r:embed="rId4">
            <a:alphaModFix amt="38000"/>
          </a:blip>
          <a:stretch/>
        </p:blipFill>
        <p:spPr>
          <a:xfrm>
            <a:off x="2314575" y="2266950"/>
            <a:ext cx="381000" cy="381000"/>
          </a:xfrm>
          <a:prstGeom prst="rect">
            <a:avLst/>
          </a:prstGeom>
        </p:spPr>
      </p:pic>
      <p:sp>
        <p:nvSpPr>
          <p:cNvPr id="41" name="!!evs-41">
            <a:extLst>
              <a:ext uri="{FF2B5EF4-FFF2-40B4-BE49-F238E27FC236}">
                <a16:creationId xmlns:a16="http://schemas.microsoft.com/office/drawing/2014/main" id="{CCDDABA5-E0F5-4162-8E33-0130E1F1B460}"/>
              </a:ext>
            </a:extLst>
          </p:cNvPr>
          <p:cNvSpPr>
            <a:spLocks noGrp="1"/>
          </p:cNvSpPr>
          <p:nvPr/>
        </p:nvSpPr>
        <p:spPr>
          <a:xfrm>
            <a:off x="18288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MANAGE</a:t>
            </a:r>
          </a:p>
        </p:txBody>
      </p:sp>
      <p:sp>
        <p:nvSpPr>
          <p:cNvPr id="42" name="!!evs-42">
            <a:extLst>
              <a:ext uri="{FF2B5EF4-FFF2-40B4-BE49-F238E27FC236}">
                <a16:creationId xmlns:a16="http://schemas.microsoft.com/office/drawing/2014/main" id="{870CFA1D-8E04-4401-AAD3-2977807267A9}"/>
              </a:ext>
            </a:extLst>
          </p:cNvPr>
          <p:cNvSpPr>
            <a:spLocks noGrp="1"/>
          </p:cNvSpPr>
          <p:nvPr/>
        </p:nvSpPr>
        <p:spPr>
          <a:xfrm>
            <a:off x="18669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IDs • rights • verification</a:t>
            </a:r>
          </a:p>
        </p:txBody>
      </p:sp>
      <p:sp>
        <p:nvSpPr>
          <p:cNvPr id="43" name="!!evs-43">
            <a:extLst>
              <a:ext uri="{FF2B5EF4-FFF2-40B4-BE49-F238E27FC236}">
                <a16:creationId xmlns:a16="http://schemas.microsoft.com/office/drawing/2014/main" id="{ECF519D7-737B-40C4-8C19-2425DC183974}"/>
              </a:ext>
            </a:extLst>
          </p:cNvPr>
          <p:cNvSpPr>
            <a:spLocks noGrp="1"/>
          </p:cNvSpPr>
          <p:nvPr/>
        </p:nvSpPr>
        <p:spPr>
          <a:xfrm>
            <a:off x="32289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4" name="!!evs-44">
            <a:extLst>
              <a:ext uri="{FF2B5EF4-FFF2-40B4-BE49-F238E27FC236}">
                <a16:creationId xmlns:a16="http://schemas.microsoft.com/office/drawing/2014/main" id="{1FF76AD1-C273-445C-8113-9B176818EC9B}"/>
              </a:ext>
            </a:extLst>
          </p:cNvPr>
          <p:cNvSpPr>
            <a:spLocks noGrp="1"/>
          </p:cNvSpPr>
          <p:nvPr/>
        </p:nvSpPr>
        <p:spPr>
          <a:xfrm>
            <a:off x="31813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45" name="!!evs-45">
            <a:extLst>
              <a:ext uri="{FF2B5EF4-FFF2-40B4-BE49-F238E27FC236}">
                <a16:creationId xmlns:a16="http://schemas.microsoft.com/office/drawing/2014/main" id="{FF8E7A6C-95C8-4FC6-B3D7-D6EB10C059E4}"/>
              </a:ext>
            </a:extLst>
          </p:cNvPr>
          <p:cNvSpPr>
            <a:spLocks noGrp="1"/>
          </p:cNvSpPr>
          <p:nvPr/>
        </p:nvSpPr>
        <p:spPr>
          <a:xfrm>
            <a:off x="38290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6" name="!!evs-46">
            <a:extLst>
              <a:ext uri="{FF2B5EF4-FFF2-40B4-BE49-F238E27FC236}">
                <a16:creationId xmlns:a16="http://schemas.microsoft.com/office/drawing/2014/main" id="{14B92156-D60C-4970-86D9-C0A039AD03EA}"/>
              </a:ext>
            </a:extLst>
          </p:cNvPr>
          <p:cNvSpPr>
            <a:spLocks noGrp="1"/>
          </p:cNvSpPr>
          <p:nvPr/>
        </p:nvSpPr>
        <p:spPr>
          <a:xfrm>
            <a:off x="38290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pic>
        <p:nvPicPr>
          <p:cNvPr id="47" name="!!evs-47"/>
          <p:cNvPicPr>
            <a:picLocks noChangeAspect="1"/>
          </p:cNvPicPr>
          <p:nvPr/>
        </p:nvPicPr>
        <p:blipFill>
          <a:blip r:embed="rId5">
            <a:alphaModFix amt="38000"/>
          </a:blip>
          <a:stretch/>
        </p:blipFill>
        <p:spPr>
          <a:xfrm>
            <a:off x="3800475" y="2266950"/>
            <a:ext cx="381000" cy="381000"/>
          </a:xfrm>
          <a:prstGeom prst="rect">
            <a:avLst/>
          </a:prstGeom>
        </p:spPr>
      </p:pic>
      <p:sp>
        <p:nvSpPr>
          <p:cNvPr id="48" name="!!evs-48">
            <a:extLst>
              <a:ext uri="{FF2B5EF4-FFF2-40B4-BE49-F238E27FC236}">
                <a16:creationId xmlns:a16="http://schemas.microsoft.com/office/drawing/2014/main" id="{D970A5C3-2204-4DB5-81BC-602A5D54C700}"/>
              </a:ext>
            </a:extLst>
          </p:cNvPr>
          <p:cNvSpPr>
            <a:spLocks noGrp="1"/>
          </p:cNvSpPr>
          <p:nvPr/>
        </p:nvSpPr>
        <p:spPr>
          <a:xfrm>
            <a:off x="33147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DISCOVER</a:t>
            </a:r>
          </a:p>
        </p:txBody>
      </p:sp>
      <p:sp>
        <p:nvSpPr>
          <p:cNvPr id="49" name="!!evs-49">
            <a:extLst>
              <a:ext uri="{FF2B5EF4-FFF2-40B4-BE49-F238E27FC236}">
                <a16:creationId xmlns:a16="http://schemas.microsoft.com/office/drawing/2014/main" id="{74CA5162-9CC4-4954-9EAB-A1BF05A4755E}"/>
              </a:ext>
            </a:extLst>
          </p:cNvPr>
          <p:cNvSpPr>
            <a:spLocks noGrp="1"/>
          </p:cNvSpPr>
          <p:nvPr/>
        </p:nvSpPr>
        <p:spPr>
          <a:xfrm>
            <a:off x="33528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681"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Browse • search • archive</a:t>
            </a:r>
          </a:p>
        </p:txBody>
      </p:sp>
      <p:sp>
        <p:nvSpPr>
          <p:cNvPr id="50" name="!!evs-50">
            <a:extLst>
              <a:ext uri="{FF2B5EF4-FFF2-40B4-BE49-F238E27FC236}">
                <a16:creationId xmlns:a16="http://schemas.microsoft.com/office/drawing/2014/main" id="{354E84AC-3A46-40B3-B616-71EE602F7BE4}"/>
              </a:ext>
            </a:extLst>
          </p:cNvPr>
          <p:cNvSpPr>
            <a:spLocks noGrp="1"/>
          </p:cNvSpPr>
          <p:nvPr/>
        </p:nvSpPr>
        <p:spPr>
          <a:xfrm>
            <a:off x="47148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1" name="!!evs-51">
            <a:extLst>
              <a:ext uri="{FF2B5EF4-FFF2-40B4-BE49-F238E27FC236}">
                <a16:creationId xmlns:a16="http://schemas.microsoft.com/office/drawing/2014/main" id="{BD78408E-8202-42F3-8A3B-0459F6167A64}"/>
              </a:ext>
            </a:extLst>
          </p:cNvPr>
          <p:cNvSpPr>
            <a:spLocks noGrp="1"/>
          </p:cNvSpPr>
          <p:nvPr/>
        </p:nvSpPr>
        <p:spPr>
          <a:xfrm>
            <a:off x="46672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52" name="!!evs-52">
            <a:extLst>
              <a:ext uri="{FF2B5EF4-FFF2-40B4-BE49-F238E27FC236}">
                <a16:creationId xmlns:a16="http://schemas.microsoft.com/office/drawing/2014/main" id="{560FA54A-32F6-4287-A880-738AE8C1A8DF}"/>
              </a:ext>
            </a:extLst>
          </p:cNvPr>
          <p:cNvSpPr>
            <a:spLocks noGrp="1"/>
          </p:cNvSpPr>
          <p:nvPr/>
        </p:nvSpPr>
        <p:spPr>
          <a:xfrm>
            <a:off x="53149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3" name="!!evs-53">
            <a:extLst>
              <a:ext uri="{FF2B5EF4-FFF2-40B4-BE49-F238E27FC236}">
                <a16:creationId xmlns:a16="http://schemas.microsoft.com/office/drawing/2014/main" id="{15EBE860-92BD-46AB-AC79-3CE674E79315}"/>
              </a:ext>
            </a:extLst>
          </p:cNvPr>
          <p:cNvSpPr>
            <a:spLocks noGrp="1"/>
          </p:cNvSpPr>
          <p:nvPr/>
        </p:nvSpPr>
        <p:spPr>
          <a:xfrm>
            <a:off x="53149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pic>
        <p:nvPicPr>
          <p:cNvPr id="54" name="!!evs-54"/>
          <p:cNvPicPr>
            <a:picLocks noChangeAspect="1"/>
          </p:cNvPicPr>
          <p:nvPr/>
        </p:nvPicPr>
        <p:blipFill>
          <a:blip r:embed="rId6">
            <a:alphaModFix amt="38000"/>
          </a:blip>
          <a:stretch/>
        </p:blipFill>
        <p:spPr>
          <a:xfrm>
            <a:off x="5286375" y="2266950"/>
            <a:ext cx="381000" cy="381000"/>
          </a:xfrm>
          <a:prstGeom prst="rect">
            <a:avLst/>
          </a:prstGeom>
        </p:spPr>
      </p:pic>
      <p:sp>
        <p:nvSpPr>
          <p:cNvPr id="55" name="!!evs-55">
            <a:extLst>
              <a:ext uri="{FF2B5EF4-FFF2-40B4-BE49-F238E27FC236}">
                <a16:creationId xmlns:a16="http://schemas.microsoft.com/office/drawing/2014/main" id="{BAC3CF60-05BB-4CDE-A37D-749093B76809}"/>
              </a:ext>
            </a:extLst>
          </p:cNvPr>
          <p:cNvSpPr>
            <a:spLocks noGrp="1"/>
          </p:cNvSpPr>
          <p:nvPr/>
        </p:nvSpPr>
        <p:spPr>
          <a:xfrm>
            <a:off x="48006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CREATE</a:t>
            </a:r>
          </a:p>
        </p:txBody>
      </p:sp>
      <p:sp>
        <p:nvSpPr>
          <p:cNvPr id="56" name="!!evs-56">
            <a:extLst>
              <a:ext uri="{FF2B5EF4-FFF2-40B4-BE49-F238E27FC236}">
                <a16:creationId xmlns:a16="http://schemas.microsoft.com/office/drawing/2014/main" id="{5F06D6D3-C72D-4A46-A5FD-72B86FE37B3D}"/>
              </a:ext>
            </a:extLst>
          </p:cNvPr>
          <p:cNvSpPr>
            <a:spLocks noGrp="1"/>
          </p:cNvSpPr>
          <p:nvPr/>
        </p:nvSpPr>
        <p:spPr>
          <a:xfrm>
            <a:off x="48387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Fast-turn clips + edits</a:t>
            </a:r>
          </a:p>
        </p:txBody>
      </p:sp>
      <p:sp>
        <p:nvSpPr>
          <p:cNvPr id="57" name="!!evs-57">
            <a:extLst>
              <a:ext uri="{FF2B5EF4-FFF2-40B4-BE49-F238E27FC236}">
                <a16:creationId xmlns:a16="http://schemas.microsoft.com/office/drawing/2014/main" id="{10883198-CAF9-4058-8B32-EE9A2975D160}"/>
              </a:ext>
            </a:extLst>
          </p:cNvPr>
          <p:cNvSpPr>
            <a:spLocks noGrp="1"/>
          </p:cNvSpPr>
          <p:nvPr/>
        </p:nvSpPr>
        <p:spPr>
          <a:xfrm>
            <a:off x="62007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8" name="!!evs-58">
            <a:extLst>
              <a:ext uri="{FF2B5EF4-FFF2-40B4-BE49-F238E27FC236}">
                <a16:creationId xmlns:a16="http://schemas.microsoft.com/office/drawing/2014/main" id="{F91C721F-9EC8-4350-881C-ECD94A1460E9}"/>
              </a:ext>
            </a:extLst>
          </p:cNvPr>
          <p:cNvSpPr>
            <a:spLocks noGrp="1"/>
          </p:cNvSpPr>
          <p:nvPr/>
        </p:nvSpPr>
        <p:spPr>
          <a:xfrm>
            <a:off x="61531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59" name="!!evs-59">
            <a:extLst>
              <a:ext uri="{FF2B5EF4-FFF2-40B4-BE49-F238E27FC236}">
                <a16:creationId xmlns:a16="http://schemas.microsoft.com/office/drawing/2014/main" id="{0BD1D863-CD98-4BC4-83F2-5D8604CD4EF7}"/>
              </a:ext>
            </a:extLst>
          </p:cNvPr>
          <p:cNvSpPr>
            <a:spLocks noGrp="1"/>
          </p:cNvSpPr>
          <p:nvPr/>
        </p:nvSpPr>
        <p:spPr>
          <a:xfrm>
            <a:off x="68008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0" name="!!evs-60">
            <a:extLst>
              <a:ext uri="{FF2B5EF4-FFF2-40B4-BE49-F238E27FC236}">
                <a16:creationId xmlns:a16="http://schemas.microsoft.com/office/drawing/2014/main" id="{8A7CD8CF-D055-474C-B37B-73881EDCF42D}"/>
              </a:ext>
            </a:extLst>
          </p:cNvPr>
          <p:cNvSpPr>
            <a:spLocks noGrp="1"/>
          </p:cNvSpPr>
          <p:nvPr/>
        </p:nvSpPr>
        <p:spPr>
          <a:xfrm>
            <a:off x="68008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pic>
        <p:nvPicPr>
          <p:cNvPr id="61" name="!!evs-61"/>
          <p:cNvPicPr>
            <a:picLocks noChangeAspect="1"/>
          </p:cNvPicPr>
          <p:nvPr/>
        </p:nvPicPr>
        <p:blipFill>
          <a:blip r:embed="rId7">
            <a:alphaModFix amt="38000"/>
          </a:blip>
          <a:stretch/>
        </p:blipFill>
        <p:spPr>
          <a:xfrm>
            <a:off x="6772275" y="2266950"/>
            <a:ext cx="381000" cy="381000"/>
          </a:xfrm>
          <a:prstGeom prst="rect">
            <a:avLst/>
          </a:prstGeom>
        </p:spPr>
      </p:pic>
      <p:sp>
        <p:nvSpPr>
          <p:cNvPr id="62" name="!!evs-62">
            <a:extLst>
              <a:ext uri="{FF2B5EF4-FFF2-40B4-BE49-F238E27FC236}">
                <a16:creationId xmlns:a16="http://schemas.microsoft.com/office/drawing/2014/main" id="{8F2525E9-80A5-49BF-AD21-471BDAA4739A}"/>
              </a:ext>
            </a:extLst>
          </p:cNvPr>
          <p:cNvSpPr>
            <a:spLocks noGrp="1"/>
          </p:cNvSpPr>
          <p:nvPr/>
        </p:nvSpPr>
        <p:spPr>
          <a:xfrm>
            <a:off x="62865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97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COLLABORATE</a:t>
            </a:r>
          </a:p>
        </p:txBody>
      </p:sp>
      <p:sp>
        <p:nvSpPr>
          <p:cNvPr id="63" name="!!evs-63">
            <a:extLst>
              <a:ext uri="{FF2B5EF4-FFF2-40B4-BE49-F238E27FC236}">
                <a16:creationId xmlns:a16="http://schemas.microsoft.com/office/drawing/2014/main" id="{E36A47E3-2F58-4AD8-8713-172646A72155}"/>
              </a:ext>
            </a:extLst>
          </p:cNvPr>
          <p:cNvSpPr>
            <a:spLocks noGrp="1"/>
          </p:cNvSpPr>
          <p:nvPr/>
        </p:nvSpPr>
        <p:spPr>
          <a:xfrm>
            <a:off x="63246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681"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Rundown • approvals • status</a:t>
            </a:r>
          </a:p>
        </p:txBody>
      </p:sp>
      <p:sp>
        <p:nvSpPr>
          <p:cNvPr id="64" name="!!evs-64">
            <a:extLst>
              <a:ext uri="{FF2B5EF4-FFF2-40B4-BE49-F238E27FC236}">
                <a16:creationId xmlns:a16="http://schemas.microsoft.com/office/drawing/2014/main" id="{AEF3FC3D-94E7-4D10-9647-5041BEFD47D1}"/>
              </a:ext>
            </a:extLst>
          </p:cNvPr>
          <p:cNvSpPr>
            <a:spLocks noGrp="1"/>
          </p:cNvSpPr>
          <p:nvPr/>
        </p:nvSpPr>
        <p:spPr>
          <a:xfrm>
            <a:off x="76866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5" name="!!evs-65">
            <a:extLst>
              <a:ext uri="{FF2B5EF4-FFF2-40B4-BE49-F238E27FC236}">
                <a16:creationId xmlns:a16="http://schemas.microsoft.com/office/drawing/2014/main" id="{B886F13F-5C88-4943-A01B-C6A67FA3E5F4}"/>
              </a:ext>
            </a:extLst>
          </p:cNvPr>
          <p:cNvSpPr>
            <a:spLocks noGrp="1"/>
          </p:cNvSpPr>
          <p:nvPr/>
        </p:nvSpPr>
        <p:spPr>
          <a:xfrm>
            <a:off x="76390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66" name="!!evs-66">
            <a:extLst>
              <a:ext uri="{FF2B5EF4-FFF2-40B4-BE49-F238E27FC236}">
                <a16:creationId xmlns:a16="http://schemas.microsoft.com/office/drawing/2014/main" id="{087824FA-B3D0-4C31-BB76-3C723980F095}"/>
              </a:ext>
            </a:extLst>
          </p:cNvPr>
          <p:cNvSpPr>
            <a:spLocks noGrp="1"/>
          </p:cNvSpPr>
          <p:nvPr/>
        </p:nvSpPr>
        <p:spPr>
          <a:xfrm>
            <a:off x="82867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7" name="!!evs-67">
            <a:extLst>
              <a:ext uri="{FF2B5EF4-FFF2-40B4-BE49-F238E27FC236}">
                <a16:creationId xmlns:a16="http://schemas.microsoft.com/office/drawing/2014/main" id="{C41E1F2F-B7AD-4175-897D-1FF8060706E5}"/>
              </a:ext>
            </a:extLst>
          </p:cNvPr>
          <p:cNvSpPr>
            <a:spLocks noGrp="1"/>
          </p:cNvSpPr>
          <p:nvPr/>
        </p:nvSpPr>
        <p:spPr>
          <a:xfrm>
            <a:off x="82867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pic>
        <p:nvPicPr>
          <p:cNvPr id="68" name="!!evs-68"/>
          <p:cNvPicPr>
            <a:picLocks noChangeAspect="1"/>
          </p:cNvPicPr>
          <p:nvPr/>
        </p:nvPicPr>
        <p:blipFill>
          <a:blip r:embed="rId8">
            <a:alphaModFix amt="38000"/>
          </a:blip>
          <a:stretch/>
        </p:blipFill>
        <p:spPr>
          <a:xfrm>
            <a:off x="8258175" y="2266950"/>
            <a:ext cx="381000" cy="381000"/>
          </a:xfrm>
          <a:prstGeom prst="rect">
            <a:avLst/>
          </a:prstGeom>
        </p:spPr>
      </p:pic>
      <p:sp>
        <p:nvSpPr>
          <p:cNvPr id="69" name="!!evs-69">
            <a:extLst>
              <a:ext uri="{FF2B5EF4-FFF2-40B4-BE49-F238E27FC236}">
                <a16:creationId xmlns:a16="http://schemas.microsoft.com/office/drawing/2014/main" id="{99F95D8A-DAD1-47EE-BF12-8962197F2B3E}"/>
              </a:ext>
            </a:extLst>
          </p:cNvPr>
          <p:cNvSpPr>
            <a:spLocks noGrp="1"/>
          </p:cNvSpPr>
          <p:nvPr/>
        </p:nvSpPr>
        <p:spPr>
          <a:xfrm>
            <a:off x="77724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ENRICH</a:t>
            </a:r>
          </a:p>
        </p:txBody>
      </p:sp>
      <p:sp>
        <p:nvSpPr>
          <p:cNvPr id="70" name="!!evs-70">
            <a:extLst>
              <a:ext uri="{FF2B5EF4-FFF2-40B4-BE49-F238E27FC236}">
                <a16:creationId xmlns:a16="http://schemas.microsoft.com/office/drawing/2014/main" id="{CA89AC6B-410B-441E-8561-D0511D7AC054}"/>
              </a:ext>
            </a:extLst>
          </p:cNvPr>
          <p:cNvSpPr>
            <a:spLocks noGrp="1"/>
          </p:cNvSpPr>
          <p:nvPr/>
        </p:nvSpPr>
        <p:spPr>
          <a:xfrm>
            <a:off x="78105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681"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Graphics • captions • automation</a:t>
            </a:r>
          </a:p>
        </p:txBody>
      </p:sp>
      <p:sp>
        <p:nvSpPr>
          <p:cNvPr id="71" name="!!evs-71">
            <a:extLst>
              <a:ext uri="{FF2B5EF4-FFF2-40B4-BE49-F238E27FC236}">
                <a16:creationId xmlns:a16="http://schemas.microsoft.com/office/drawing/2014/main" id="{3969CE09-7356-4DD9-99A1-9CC15041CE1A}"/>
              </a:ext>
            </a:extLst>
          </p:cNvPr>
          <p:cNvSpPr>
            <a:spLocks noGrp="1"/>
          </p:cNvSpPr>
          <p:nvPr/>
        </p:nvSpPr>
        <p:spPr>
          <a:xfrm>
            <a:off x="91725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2" name="!!evs-72">
            <a:extLst>
              <a:ext uri="{FF2B5EF4-FFF2-40B4-BE49-F238E27FC236}">
                <a16:creationId xmlns:a16="http://schemas.microsoft.com/office/drawing/2014/main" id="{1F0A3DDF-1FE6-4C42-8E83-C5778A02ADCB}"/>
              </a:ext>
            </a:extLst>
          </p:cNvPr>
          <p:cNvSpPr>
            <a:spLocks noGrp="1"/>
          </p:cNvSpPr>
          <p:nvPr/>
        </p:nvSpPr>
        <p:spPr>
          <a:xfrm>
            <a:off x="91249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73" name="!!evs-73">
            <a:extLst>
              <a:ext uri="{FF2B5EF4-FFF2-40B4-BE49-F238E27FC236}">
                <a16:creationId xmlns:a16="http://schemas.microsoft.com/office/drawing/2014/main" id="{E3A13548-8DEC-4242-A4C4-807BC8AA539D}"/>
              </a:ext>
            </a:extLst>
          </p:cNvPr>
          <p:cNvSpPr>
            <a:spLocks noGrp="1"/>
          </p:cNvSpPr>
          <p:nvPr/>
        </p:nvSpPr>
        <p:spPr>
          <a:xfrm>
            <a:off x="9772650" y="1847850"/>
            <a:ext cx="323850" cy="323850"/>
          </a:xfrm>
          <a:prstGeom prst="ellipse">
            <a:avLst/>
          </a:prstGeom>
          <a:solidFill>
            <a:srgbClr val="041522"/>
          </a:solidFill>
          <a:ln w="15240">
            <a:solidFill>
              <a:srgbClr val="1F6079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4" name="!!evs-74">
            <a:extLst>
              <a:ext uri="{FF2B5EF4-FFF2-40B4-BE49-F238E27FC236}">
                <a16:creationId xmlns:a16="http://schemas.microsoft.com/office/drawing/2014/main" id="{76479C2D-43B9-4420-9187-9F75D04020B2}"/>
              </a:ext>
            </a:extLst>
          </p:cNvPr>
          <p:cNvSpPr>
            <a:spLocks noGrp="1"/>
          </p:cNvSpPr>
          <p:nvPr/>
        </p:nvSpPr>
        <p:spPr>
          <a:xfrm>
            <a:off x="9772650" y="1857375"/>
            <a:ext cx="3238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7</a:t>
            </a:r>
          </a:p>
        </p:txBody>
      </p:sp>
      <p:pic>
        <p:nvPicPr>
          <p:cNvPr id="75" name="!!evs-75"/>
          <p:cNvPicPr>
            <a:picLocks noChangeAspect="1"/>
          </p:cNvPicPr>
          <p:nvPr/>
        </p:nvPicPr>
        <p:blipFill>
          <a:blip r:embed="rId9">
            <a:alphaModFix amt="38000"/>
          </a:blip>
          <a:stretch/>
        </p:blipFill>
        <p:spPr>
          <a:xfrm>
            <a:off x="9744075" y="2266950"/>
            <a:ext cx="381000" cy="381000"/>
          </a:xfrm>
          <a:prstGeom prst="rect">
            <a:avLst/>
          </a:prstGeom>
        </p:spPr>
      </p:pic>
      <p:sp>
        <p:nvSpPr>
          <p:cNvPr id="76" name="!!evs-76">
            <a:extLst>
              <a:ext uri="{FF2B5EF4-FFF2-40B4-BE49-F238E27FC236}">
                <a16:creationId xmlns:a16="http://schemas.microsoft.com/office/drawing/2014/main" id="{C9042E39-6F9F-4DE7-A582-3D04CDF71F1A}"/>
              </a:ext>
            </a:extLst>
          </p:cNvPr>
          <p:cNvSpPr>
            <a:spLocks noGrp="1"/>
          </p:cNvSpPr>
          <p:nvPr/>
        </p:nvSpPr>
        <p:spPr>
          <a:xfrm>
            <a:off x="92583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628498"/>
                </a:solidFill>
                <a:latin typeface="Aptos Display"/>
                <a:ea typeface="Aptos Display"/>
                <a:cs typeface="Aptos Display"/>
              </a:rPr>
              <a:t>DELIVER</a:t>
            </a:r>
          </a:p>
        </p:txBody>
      </p:sp>
      <p:sp>
        <p:nvSpPr>
          <p:cNvPr id="77" name="!!evs-77">
            <a:extLst>
              <a:ext uri="{FF2B5EF4-FFF2-40B4-BE49-F238E27FC236}">
                <a16:creationId xmlns:a16="http://schemas.microsoft.com/office/drawing/2014/main" id="{064CD8C8-B6C2-4D55-B6C9-EB09B8C760F4}"/>
              </a:ext>
            </a:extLst>
          </p:cNvPr>
          <p:cNvSpPr>
            <a:spLocks noGrp="1"/>
          </p:cNvSpPr>
          <p:nvPr/>
        </p:nvSpPr>
        <p:spPr>
          <a:xfrm>
            <a:off x="92964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456476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456476"/>
                </a:solidFill>
                <a:latin typeface="Aptos"/>
                <a:ea typeface="Aptos"/>
                <a:cs typeface="Aptos"/>
              </a:rPr>
              <a:t>Broadcast • web • social</a:t>
            </a:r>
          </a:p>
        </p:txBody>
      </p:sp>
      <p:sp>
        <p:nvSpPr>
          <p:cNvPr id="78" name="!!evs-78">
            <a:extLst>
              <a:ext uri="{FF2B5EF4-FFF2-40B4-BE49-F238E27FC236}">
                <a16:creationId xmlns:a16="http://schemas.microsoft.com/office/drawing/2014/main" id="{62CB608B-1EAB-4C56-B18B-03A01CC285E5}"/>
              </a:ext>
            </a:extLst>
          </p:cNvPr>
          <p:cNvSpPr>
            <a:spLocks noGrp="1"/>
          </p:cNvSpPr>
          <p:nvPr/>
        </p:nvSpPr>
        <p:spPr>
          <a:xfrm>
            <a:off x="10658475" y="2343150"/>
            <a:ext cx="28575" cy="457200"/>
          </a:xfrm>
          <a:prstGeom prst="rect">
            <a:avLst/>
          </a:prstGeom>
          <a:solidFill>
            <a:srgbClr val="1F7898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9" name="!!evs-79">
            <a:extLst>
              <a:ext uri="{FF2B5EF4-FFF2-40B4-BE49-F238E27FC236}">
                <a16:creationId xmlns:a16="http://schemas.microsoft.com/office/drawing/2014/main" id="{343A81A5-E901-489A-97D9-B9CD9CBA0678}"/>
              </a:ext>
            </a:extLst>
          </p:cNvPr>
          <p:cNvSpPr>
            <a:spLocks noGrp="1"/>
          </p:cNvSpPr>
          <p:nvPr/>
        </p:nvSpPr>
        <p:spPr>
          <a:xfrm>
            <a:off x="10610850" y="2381250"/>
            <a:ext cx="133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 lnSpcReduction="10000"/>
          </a:bodyPr>
          <a:lstStyle/>
          <a:p>
            <a:pPr algn="ctr">
              <a:lnSpc>
                <a:spcPct val="100000"/>
              </a:lnSpc>
              <a:buNone/>
              <a:def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546B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80" name="!!evs-80">
            <a:extLst>
              <a:ext uri="{FF2B5EF4-FFF2-40B4-BE49-F238E27FC236}">
                <a16:creationId xmlns:a16="http://schemas.microsoft.com/office/drawing/2014/main" id="{73C67DA5-5403-454E-BD3D-B576E71A9DD9}"/>
              </a:ext>
            </a:extLst>
          </p:cNvPr>
          <p:cNvSpPr>
            <a:spLocks noGrp="1"/>
          </p:cNvSpPr>
          <p:nvPr/>
        </p:nvSpPr>
        <p:spPr>
          <a:xfrm>
            <a:off x="11206734" y="1846034"/>
            <a:ext cx="427482" cy="427482"/>
          </a:xfrm>
          <a:prstGeom prst="ellipse">
            <a:avLst/>
          </a:prstGeom>
          <a:solidFill>
            <a:srgbClr val="041522"/>
          </a:solidFill>
          <a:ln w="33020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1" name="!!evs-81">
            <a:extLst>
              <a:ext uri="{FF2B5EF4-FFF2-40B4-BE49-F238E27FC236}">
                <a16:creationId xmlns:a16="http://schemas.microsoft.com/office/drawing/2014/main" id="{CA0A1820-639C-45C0-B6FA-1F18BBC9FBC6}"/>
              </a:ext>
            </a:extLst>
          </p:cNvPr>
          <p:cNvSpPr>
            <a:spLocks noGrp="1"/>
          </p:cNvSpPr>
          <p:nvPr/>
        </p:nvSpPr>
        <p:spPr>
          <a:xfrm>
            <a:off x="11206734" y="1860131"/>
            <a:ext cx="427482" cy="3897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8</a:t>
            </a:r>
          </a:p>
        </p:txBody>
      </p:sp>
      <p:pic>
        <p:nvPicPr>
          <p:cNvPr id="82" name="!!evs-82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1163300" y="2270275"/>
            <a:ext cx="514350" cy="514350"/>
          </a:xfrm>
          <a:prstGeom prst="rect">
            <a:avLst/>
          </a:prstGeom>
        </p:spPr>
      </p:pic>
      <p:sp>
        <p:nvSpPr>
          <p:cNvPr id="83" name="!!evs-83">
            <a:extLst>
              <a:ext uri="{FF2B5EF4-FFF2-40B4-BE49-F238E27FC236}">
                <a16:creationId xmlns:a16="http://schemas.microsoft.com/office/drawing/2014/main" id="{7C11AC9F-D256-4CEB-9612-93079CAAC6BB}"/>
              </a:ext>
            </a:extLst>
          </p:cNvPr>
          <p:cNvSpPr>
            <a:spLocks noGrp="1"/>
          </p:cNvSpPr>
          <p:nvPr/>
        </p:nvSpPr>
        <p:spPr>
          <a:xfrm>
            <a:off x="10744200" y="272415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PROTECT</a:t>
            </a:r>
          </a:p>
        </p:txBody>
      </p:sp>
      <p:sp>
        <p:nvSpPr>
          <p:cNvPr id="84" name="!!evs-84">
            <a:extLst>
              <a:ext uri="{FF2B5EF4-FFF2-40B4-BE49-F238E27FC236}">
                <a16:creationId xmlns:a16="http://schemas.microsoft.com/office/drawing/2014/main" id="{D136EEBC-5EEA-4317-832A-6CDAECB5CA59}"/>
              </a:ext>
            </a:extLst>
          </p:cNvPr>
          <p:cNvSpPr>
            <a:spLocks noGrp="1"/>
          </p:cNvSpPr>
          <p:nvPr/>
        </p:nvSpPr>
        <p:spPr>
          <a:xfrm>
            <a:off x="10782300" y="30194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043"/>
          </a:bodyPr>
          <a:lstStyle/>
          <a:p>
            <a:pPr algn="ctr">
              <a:lnSpc>
                <a:spcPct val="92000"/>
              </a:lnSpc>
              <a:buNone/>
              <a:defRPr sz="1402" b="0">
                <a:solidFill>
                  <a:srgbClr val="DDF5FF"/>
                </a:solidFill>
                <a:latin typeface="Aptos"/>
                <a:ea typeface="Aptos"/>
                <a:cs typeface="Aptos"/>
              </a:defRPr>
            </a:pPr>
            <a:r>
              <a:rPr sz="1402" b="0">
                <a:solidFill>
                  <a:srgbClr val="DDF5FF"/>
                </a:solidFill>
                <a:latin typeface="Aptos"/>
                <a:ea typeface="Aptos"/>
                <a:cs typeface="Aptos"/>
              </a:rPr>
              <a:t>Permissions • audit • backup</a:t>
            </a:r>
          </a:p>
        </p:txBody>
      </p:sp>
      <p:sp>
        <p:nvSpPr>
          <p:cNvPr id="85" name="!!evs-85">
            <a:extLst>
              <a:ext uri="{FF2B5EF4-FFF2-40B4-BE49-F238E27FC236}">
                <a16:creationId xmlns:a16="http://schemas.microsoft.com/office/drawing/2014/main" id="{E2548952-CC3D-487E-AAEA-D171427089DB}"/>
              </a:ext>
            </a:extLst>
          </p:cNvPr>
          <p:cNvSpPr>
            <a:spLocks noGrp="1"/>
          </p:cNvSpPr>
          <p:nvPr/>
        </p:nvSpPr>
        <p:spPr>
          <a:xfrm>
            <a:off x="638175" y="3705225"/>
            <a:ext cx="10915650" cy="19050"/>
          </a:xfrm>
          <a:prstGeom prst="rect">
            <a:avLst/>
          </a:prstGeom>
          <a:solidFill>
            <a:srgbClr val="238EC0">
              <a:alpha val="7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6" name="!!evs-86">
            <a:extLst>
              <a:ext uri="{FF2B5EF4-FFF2-40B4-BE49-F238E27FC236}">
                <a16:creationId xmlns:a16="http://schemas.microsoft.com/office/drawing/2014/main" id="{E2590127-FE6B-4CD3-A556-424A212AA65A}"/>
              </a:ext>
            </a:extLst>
          </p:cNvPr>
          <p:cNvSpPr>
            <a:spLocks noGrp="1"/>
          </p:cNvSpPr>
          <p:nvPr/>
        </p:nvSpPr>
        <p:spPr>
          <a:xfrm>
            <a:off x="10096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7" name="!!evs-87">
            <a:extLst>
              <a:ext uri="{FF2B5EF4-FFF2-40B4-BE49-F238E27FC236}">
                <a16:creationId xmlns:a16="http://schemas.microsoft.com/office/drawing/2014/main" id="{2EDF0EAD-F3F4-4781-B223-F5A0F98EDD48}"/>
              </a:ext>
            </a:extLst>
          </p:cNvPr>
          <p:cNvSpPr>
            <a:spLocks noGrp="1"/>
          </p:cNvSpPr>
          <p:nvPr/>
        </p:nvSpPr>
        <p:spPr>
          <a:xfrm>
            <a:off x="9810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8" name="!!evs-88">
            <a:extLst>
              <a:ext uri="{FF2B5EF4-FFF2-40B4-BE49-F238E27FC236}">
                <a16:creationId xmlns:a16="http://schemas.microsoft.com/office/drawing/2014/main" id="{B75A5305-EB8F-4EB2-894C-2F932DABCDC8}"/>
              </a:ext>
            </a:extLst>
          </p:cNvPr>
          <p:cNvSpPr>
            <a:spLocks noGrp="1"/>
          </p:cNvSpPr>
          <p:nvPr/>
        </p:nvSpPr>
        <p:spPr>
          <a:xfrm>
            <a:off x="24955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9" name="!!evs-89">
            <a:extLst>
              <a:ext uri="{FF2B5EF4-FFF2-40B4-BE49-F238E27FC236}">
                <a16:creationId xmlns:a16="http://schemas.microsoft.com/office/drawing/2014/main" id="{2539F03D-416B-4279-B6E2-2BB0E2B3B469}"/>
              </a:ext>
            </a:extLst>
          </p:cNvPr>
          <p:cNvSpPr>
            <a:spLocks noGrp="1"/>
          </p:cNvSpPr>
          <p:nvPr/>
        </p:nvSpPr>
        <p:spPr>
          <a:xfrm>
            <a:off x="24669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0" name="!!evs-90">
            <a:extLst>
              <a:ext uri="{FF2B5EF4-FFF2-40B4-BE49-F238E27FC236}">
                <a16:creationId xmlns:a16="http://schemas.microsoft.com/office/drawing/2014/main" id="{BBB6EDAA-42FB-4444-8C07-C600DB2CC18D}"/>
              </a:ext>
            </a:extLst>
          </p:cNvPr>
          <p:cNvSpPr>
            <a:spLocks noGrp="1"/>
          </p:cNvSpPr>
          <p:nvPr/>
        </p:nvSpPr>
        <p:spPr>
          <a:xfrm>
            <a:off x="39814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1" name="!!evs-91">
            <a:extLst>
              <a:ext uri="{FF2B5EF4-FFF2-40B4-BE49-F238E27FC236}">
                <a16:creationId xmlns:a16="http://schemas.microsoft.com/office/drawing/2014/main" id="{AC63C304-3ECF-4447-9DCC-F7AD54062E4A}"/>
              </a:ext>
            </a:extLst>
          </p:cNvPr>
          <p:cNvSpPr>
            <a:spLocks noGrp="1"/>
          </p:cNvSpPr>
          <p:nvPr/>
        </p:nvSpPr>
        <p:spPr>
          <a:xfrm>
            <a:off x="39528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2" name="!!evs-92">
            <a:extLst>
              <a:ext uri="{FF2B5EF4-FFF2-40B4-BE49-F238E27FC236}">
                <a16:creationId xmlns:a16="http://schemas.microsoft.com/office/drawing/2014/main" id="{EDCB6E99-D008-489B-9EF1-97C0524D21DC}"/>
              </a:ext>
            </a:extLst>
          </p:cNvPr>
          <p:cNvSpPr>
            <a:spLocks noGrp="1"/>
          </p:cNvSpPr>
          <p:nvPr/>
        </p:nvSpPr>
        <p:spPr>
          <a:xfrm>
            <a:off x="54673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3" name="!!evs-93">
            <a:extLst>
              <a:ext uri="{FF2B5EF4-FFF2-40B4-BE49-F238E27FC236}">
                <a16:creationId xmlns:a16="http://schemas.microsoft.com/office/drawing/2014/main" id="{DA5DBB0C-4A51-4B0A-BBE8-86EAB20FEE44}"/>
              </a:ext>
            </a:extLst>
          </p:cNvPr>
          <p:cNvSpPr>
            <a:spLocks noGrp="1"/>
          </p:cNvSpPr>
          <p:nvPr/>
        </p:nvSpPr>
        <p:spPr>
          <a:xfrm>
            <a:off x="54387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4" name="!!evs-94">
            <a:extLst>
              <a:ext uri="{FF2B5EF4-FFF2-40B4-BE49-F238E27FC236}">
                <a16:creationId xmlns:a16="http://schemas.microsoft.com/office/drawing/2014/main" id="{7FD6BFA2-BD1F-4C13-B652-4442CE244047}"/>
              </a:ext>
            </a:extLst>
          </p:cNvPr>
          <p:cNvSpPr>
            <a:spLocks noGrp="1"/>
          </p:cNvSpPr>
          <p:nvPr/>
        </p:nvSpPr>
        <p:spPr>
          <a:xfrm>
            <a:off x="69532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5" name="!!evs-95">
            <a:extLst>
              <a:ext uri="{FF2B5EF4-FFF2-40B4-BE49-F238E27FC236}">
                <a16:creationId xmlns:a16="http://schemas.microsoft.com/office/drawing/2014/main" id="{A2FF0313-9A88-4543-B35A-A12D2B0A87A2}"/>
              </a:ext>
            </a:extLst>
          </p:cNvPr>
          <p:cNvSpPr>
            <a:spLocks noGrp="1"/>
          </p:cNvSpPr>
          <p:nvPr/>
        </p:nvSpPr>
        <p:spPr>
          <a:xfrm>
            <a:off x="69246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6" name="!!evs-96">
            <a:extLst>
              <a:ext uri="{FF2B5EF4-FFF2-40B4-BE49-F238E27FC236}">
                <a16:creationId xmlns:a16="http://schemas.microsoft.com/office/drawing/2014/main" id="{FFFB27CF-E3A6-4074-9DB7-5F84C134A05A}"/>
              </a:ext>
            </a:extLst>
          </p:cNvPr>
          <p:cNvSpPr>
            <a:spLocks noGrp="1"/>
          </p:cNvSpPr>
          <p:nvPr/>
        </p:nvSpPr>
        <p:spPr>
          <a:xfrm>
            <a:off x="84391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7" name="!!evs-97">
            <a:extLst>
              <a:ext uri="{FF2B5EF4-FFF2-40B4-BE49-F238E27FC236}">
                <a16:creationId xmlns:a16="http://schemas.microsoft.com/office/drawing/2014/main" id="{841846A0-6779-40CE-9B76-4694C566937E}"/>
              </a:ext>
            </a:extLst>
          </p:cNvPr>
          <p:cNvSpPr>
            <a:spLocks noGrp="1"/>
          </p:cNvSpPr>
          <p:nvPr/>
        </p:nvSpPr>
        <p:spPr>
          <a:xfrm>
            <a:off x="84105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8" name="!!evs-98">
            <a:extLst>
              <a:ext uri="{FF2B5EF4-FFF2-40B4-BE49-F238E27FC236}">
                <a16:creationId xmlns:a16="http://schemas.microsoft.com/office/drawing/2014/main" id="{BDBD97F4-71D1-4E30-A52A-8AEACA5232EF}"/>
              </a:ext>
            </a:extLst>
          </p:cNvPr>
          <p:cNvSpPr>
            <a:spLocks noGrp="1"/>
          </p:cNvSpPr>
          <p:nvPr/>
        </p:nvSpPr>
        <p:spPr>
          <a:xfrm>
            <a:off x="99250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9" name="!!evs-99">
            <a:extLst>
              <a:ext uri="{FF2B5EF4-FFF2-40B4-BE49-F238E27FC236}">
                <a16:creationId xmlns:a16="http://schemas.microsoft.com/office/drawing/2014/main" id="{146B5E67-EB68-4DFD-86E3-A9D6F05F7247}"/>
              </a:ext>
            </a:extLst>
          </p:cNvPr>
          <p:cNvSpPr>
            <a:spLocks noGrp="1"/>
          </p:cNvSpPr>
          <p:nvPr/>
        </p:nvSpPr>
        <p:spPr>
          <a:xfrm>
            <a:off x="98964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0" name="!!evs-100">
            <a:extLst>
              <a:ext uri="{FF2B5EF4-FFF2-40B4-BE49-F238E27FC236}">
                <a16:creationId xmlns:a16="http://schemas.microsoft.com/office/drawing/2014/main" id="{B4813ED1-2468-4DBA-9310-14152D49AF7A}"/>
              </a:ext>
            </a:extLst>
          </p:cNvPr>
          <p:cNvSpPr>
            <a:spLocks noGrp="1"/>
          </p:cNvSpPr>
          <p:nvPr/>
        </p:nvSpPr>
        <p:spPr>
          <a:xfrm>
            <a:off x="11410950" y="3543300"/>
            <a:ext cx="19050" cy="171450"/>
          </a:xfrm>
          <a:prstGeom prst="rect">
            <a:avLst/>
          </a:prstGeom>
          <a:solidFill>
            <a:srgbClr val="58D9FF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1" name="!!evs-101">
            <a:extLst>
              <a:ext uri="{FF2B5EF4-FFF2-40B4-BE49-F238E27FC236}">
                <a16:creationId xmlns:a16="http://schemas.microsoft.com/office/drawing/2014/main" id="{3CCFFB07-DD31-4E89-97D6-809E0F46BBA5}"/>
              </a:ext>
            </a:extLst>
          </p:cNvPr>
          <p:cNvSpPr>
            <a:spLocks noGrp="1"/>
          </p:cNvSpPr>
          <p:nvPr/>
        </p:nvSpPr>
        <p:spPr>
          <a:xfrm>
            <a:off x="11382375" y="3676650"/>
            <a:ext cx="76200" cy="76200"/>
          </a:xfrm>
          <a:prstGeom prst="ellipse">
            <a:avLst/>
          </a:prstGeom>
          <a:solidFill>
            <a:srgbClr val="58D9FF">
              <a:alpha val="22000"/>
            </a:srgbClr>
          </a:solidFill>
          <a:ln w="9525">
            <a:solidFill>
              <a:srgbClr val="58D9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2" name="!!evs-102">
            <a:extLst>
              <a:ext uri="{FF2B5EF4-FFF2-40B4-BE49-F238E27FC236}">
                <a16:creationId xmlns:a16="http://schemas.microsoft.com/office/drawing/2014/main" id="{BCF93FF7-A15D-4F31-A827-003F550A8669}"/>
              </a:ext>
            </a:extLst>
          </p:cNvPr>
          <p:cNvSpPr>
            <a:spLocks noGrp="1"/>
          </p:cNvSpPr>
          <p:nvPr/>
        </p:nvSpPr>
        <p:spPr>
          <a:xfrm>
            <a:off x="400050" y="3905250"/>
            <a:ext cx="11391900" cy="9525"/>
          </a:xfrm>
          <a:prstGeom prst="rect">
            <a:avLst/>
          </a:prstGeom>
          <a:solidFill>
            <a:srgbClr val="58D9FF"/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3" name="!!evs-103">
            <a:extLst>
              <a:ext uri="{FF2B5EF4-FFF2-40B4-BE49-F238E27FC236}">
                <a16:creationId xmlns:a16="http://schemas.microsoft.com/office/drawing/2014/main" id="{2D7E5887-CE8D-4BAC-93E8-B65EA07C8F03}"/>
              </a:ext>
            </a:extLst>
          </p:cNvPr>
          <p:cNvSpPr>
            <a:spLocks noGrp="1"/>
          </p:cNvSpPr>
          <p:nvPr/>
        </p:nvSpPr>
        <p:spPr>
          <a:xfrm>
            <a:off x="400050" y="4943475"/>
            <a:ext cx="11391900" cy="9525"/>
          </a:xfrm>
          <a:prstGeom prst="rect">
            <a:avLst/>
          </a:prstGeom>
          <a:solidFill>
            <a:srgbClr val="238EC0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4" name="!!evs-104">
            <a:extLst>
              <a:ext uri="{FF2B5EF4-FFF2-40B4-BE49-F238E27FC236}">
                <a16:creationId xmlns:a16="http://schemas.microsoft.com/office/drawing/2014/main" id="{BC4F0EB1-7828-48A9-AFD3-03246BC0E0A8}"/>
              </a:ext>
            </a:extLst>
          </p:cNvPr>
          <p:cNvSpPr>
            <a:spLocks noGrp="1"/>
          </p:cNvSpPr>
          <p:nvPr/>
        </p:nvSpPr>
        <p:spPr>
          <a:xfrm>
            <a:off x="3695700" y="3962400"/>
            <a:ext cx="4800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POWERED BY A UNIFIED MEDIA FOUNDATION</a:t>
            </a:r>
          </a:p>
        </p:txBody>
      </p:sp>
      <p:pic>
        <p:nvPicPr>
          <p:cNvPr id="105" name="!!evs-105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685800" y="4129412"/>
            <a:ext cx="1809750" cy="637526"/>
          </a:xfrm>
          <a:prstGeom prst="rect">
            <a:avLst/>
          </a:prstGeom>
        </p:spPr>
      </p:pic>
      <p:pic>
        <p:nvPicPr>
          <p:cNvPr id="106" name="!!evs-106"/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9658350" y="4122701"/>
            <a:ext cx="1847850" cy="650947"/>
          </a:xfrm>
          <a:prstGeom prst="rect">
            <a:avLst/>
          </a:prstGeom>
        </p:spPr>
      </p:pic>
      <p:sp>
        <p:nvSpPr>
          <p:cNvPr id="107" name="!!evs-107">
            <a:extLst>
              <a:ext uri="{FF2B5EF4-FFF2-40B4-BE49-F238E27FC236}">
                <a16:creationId xmlns:a16="http://schemas.microsoft.com/office/drawing/2014/main" id="{F599F316-9A2A-4C84-AC82-A8EC9F24E75F}"/>
              </a:ext>
            </a:extLst>
          </p:cNvPr>
          <p:cNvSpPr>
            <a:spLocks noGrp="1"/>
          </p:cNvSpPr>
          <p:nvPr/>
        </p:nvSpPr>
        <p:spPr>
          <a:xfrm>
            <a:off x="876300" y="4705350"/>
            <a:ext cx="1447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rPr>
              <a:t>XS-VIA</a:t>
            </a:r>
          </a:p>
        </p:txBody>
      </p:sp>
      <p:sp>
        <p:nvSpPr>
          <p:cNvPr id="108" name="!!evs-108">
            <a:extLst>
              <a:ext uri="{FF2B5EF4-FFF2-40B4-BE49-F238E27FC236}">
                <a16:creationId xmlns:a16="http://schemas.microsoft.com/office/drawing/2014/main" id="{564E3D0D-1B9C-4E72-8F0A-C740A3EF96D2}"/>
              </a:ext>
            </a:extLst>
          </p:cNvPr>
          <p:cNvSpPr>
            <a:spLocks noGrp="1"/>
          </p:cNvSpPr>
          <p:nvPr/>
        </p:nvSpPr>
        <p:spPr>
          <a:xfrm>
            <a:off x="876300" y="4857750"/>
            <a:ext cx="14478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INGEST &amp; PLAYOUT</a:t>
            </a:r>
          </a:p>
        </p:txBody>
      </p:sp>
      <p:sp>
        <p:nvSpPr>
          <p:cNvPr id="109" name="!!evs-109">
            <a:extLst>
              <a:ext uri="{FF2B5EF4-FFF2-40B4-BE49-F238E27FC236}">
                <a16:creationId xmlns:a16="http://schemas.microsoft.com/office/drawing/2014/main" id="{457AD0BA-7CD2-4D95-AA8B-38DDAA41C928}"/>
              </a:ext>
            </a:extLst>
          </p:cNvPr>
          <p:cNvSpPr>
            <a:spLocks noGrp="1"/>
          </p:cNvSpPr>
          <p:nvPr/>
        </p:nvSpPr>
        <p:spPr>
          <a:xfrm>
            <a:off x="9810750" y="4705350"/>
            <a:ext cx="1543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rPr>
              <a:t>XSstore</a:t>
            </a:r>
          </a:p>
        </p:txBody>
      </p:sp>
      <p:sp>
        <p:nvSpPr>
          <p:cNvPr id="110" name="!!evs-110">
            <a:extLst>
              <a:ext uri="{FF2B5EF4-FFF2-40B4-BE49-F238E27FC236}">
                <a16:creationId xmlns:a16="http://schemas.microsoft.com/office/drawing/2014/main" id="{CCB4B253-E05B-4D4B-A656-06469EC530EB}"/>
              </a:ext>
            </a:extLst>
          </p:cNvPr>
          <p:cNvSpPr>
            <a:spLocks noGrp="1"/>
          </p:cNvSpPr>
          <p:nvPr/>
        </p:nvSpPr>
        <p:spPr>
          <a:xfrm>
            <a:off x="9810750" y="4857750"/>
            <a:ext cx="15430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825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NEARLINE STORAGE</a:t>
            </a:r>
          </a:p>
        </p:txBody>
      </p:sp>
      <p:sp>
        <p:nvSpPr>
          <p:cNvPr id="111" name="!!evs-111">
            <a:extLst>
              <a:ext uri="{FF2B5EF4-FFF2-40B4-BE49-F238E27FC236}">
                <a16:creationId xmlns:a16="http://schemas.microsoft.com/office/drawing/2014/main" id="{5E2F406C-5341-4519-A2DB-F0897099EA73}"/>
              </a:ext>
            </a:extLst>
          </p:cNvPr>
          <p:cNvSpPr>
            <a:spLocks noGrp="1"/>
          </p:cNvSpPr>
          <p:nvPr/>
        </p:nvSpPr>
        <p:spPr>
          <a:xfrm>
            <a:off x="2990850" y="4295775"/>
            <a:ext cx="2905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491"/>
          </a:bodyPr>
          <a:lstStyle/>
          <a:p>
            <a:pPr algn="r">
              <a:lnSpc>
                <a:spcPct val="100000"/>
              </a:lnSpc>
              <a:buNone/>
              <a:def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MediaCeption</a:t>
            </a:r>
          </a:p>
        </p:txBody>
      </p:sp>
      <p:sp>
        <p:nvSpPr>
          <p:cNvPr id="112" name="!!evs-112">
            <a:extLst>
              <a:ext uri="{FF2B5EF4-FFF2-40B4-BE49-F238E27FC236}">
                <a16:creationId xmlns:a16="http://schemas.microsoft.com/office/drawing/2014/main" id="{2DE80D2E-4560-42C4-B83C-EBFE288E3C05}"/>
              </a:ext>
            </a:extLst>
          </p:cNvPr>
          <p:cNvSpPr>
            <a:spLocks noGrp="1"/>
          </p:cNvSpPr>
          <p:nvPr/>
        </p:nvSpPr>
        <p:spPr>
          <a:xfrm>
            <a:off x="5981700" y="4305300"/>
            <a:ext cx="323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7500"/>
          </a:bodyPr>
          <a:lstStyle/>
          <a:p>
            <a:pPr algn="ctr">
              <a:lnSpc>
                <a:spcPct val="100000"/>
              </a:lnSpc>
              <a:buNone/>
              <a:defRPr sz="300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58D9FF"/>
                </a:solidFill>
                <a:latin typeface="Aptos Display"/>
                <a:ea typeface="Aptos Display"/>
                <a:cs typeface="Aptos Display"/>
              </a:rPr>
              <a:t>+</a:t>
            </a:r>
          </a:p>
        </p:txBody>
      </p:sp>
      <p:sp>
        <p:nvSpPr>
          <p:cNvPr id="113" name="!!evs-113">
            <a:extLst>
              <a:ext uri="{FF2B5EF4-FFF2-40B4-BE49-F238E27FC236}">
                <a16:creationId xmlns:a16="http://schemas.microsoft.com/office/drawing/2014/main" id="{FC0C364D-99D1-4DAC-B63A-C826E4B26D58}"/>
              </a:ext>
            </a:extLst>
          </p:cNvPr>
          <p:cNvSpPr>
            <a:spLocks noGrp="1"/>
          </p:cNvSpPr>
          <p:nvPr/>
        </p:nvSpPr>
        <p:spPr>
          <a:xfrm>
            <a:off x="6381750" y="4295775"/>
            <a:ext cx="2724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491"/>
          </a:bodyPr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VIA MAP</a:t>
            </a:r>
          </a:p>
        </p:txBody>
      </p:sp>
      <p:sp>
        <p:nvSpPr>
          <p:cNvPr id="114" name="!!evs-114">
            <a:extLst>
              <a:ext uri="{FF2B5EF4-FFF2-40B4-BE49-F238E27FC236}">
                <a16:creationId xmlns:a16="http://schemas.microsoft.com/office/drawing/2014/main" id="{853C9AD8-2638-4DBD-B13C-5ED7F708373D}"/>
              </a:ext>
            </a:extLst>
          </p:cNvPr>
          <p:cNvSpPr>
            <a:spLocks noGrp="1"/>
          </p:cNvSpPr>
          <p:nvPr/>
        </p:nvSpPr>
        <p:spPr>
          <a:xfrm>
            <a:off x="4057650" y="4772025"/>
            <a:ext cx="4076700" cy="19050"/>
          </a:xfrm>
          <a:prstGeom prst="rect">
            <a:avLst/>
          </a:prstGeom>
          <a:gradFill>
            <a:gsLst>
              <a:gs pos="0">
                <a:srgbClr val="58D9FF">
                  <a:alpha val="0"/>
                </a:srgbClr>
              </a:gs>
              <a:gs pos="50000">
                <a:srgbClr val="58D9FF"/>
              </a:gs>
              <a:gs pos="100000">
                <a:srgbClr val="58D9FF">
                  <a:alpha val="0"/>
                </a:srgbClr>
              </a:gs>
            </a:gsLst>
            <a:lin ang="5400000"/>
          </a:gra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5" name="!!evs-115">
            <a:extLst>
              <a:ext uri="{FF2B5EF4-FFF2-40B4-BE49-F238E27FC236}">
                <a16:creationId xmlns:a16="http://schemas.microsoft.com/office/drawing/2014/main" id="{A5B217D6-DD14-4180-BFA1-66E2B8D916EF}"/>
              </a:ext>
            </a:extLst>
          </p:cNvPr>
          <p:cNvSpPr>
            <a:spLocks noGrp="1"/>
          </p:cNvSpPr>
          <p:nvPr/>
        </p:nvSpPr>
        <p:spPr>
          <a:xfrm>
            <a:off x="4171950" y="4819650"/>
            <a:ext cx="38481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CONNECTING CONTENT, PEOPLE, POSSIBILITIES</a:t>
            </a:r>
          </a:p>
        </p:txBody>
      </p:sp>
      <p:sp>
        <p:nvSpPr>
          <p:cNvPr id="116" name="!!evs-116">
            <a:extLst>
              <a:ext uri="{FF2B5EF4-FFF2-40B4-BE49-F238E27FC236}">
                <a16:creationId xmlns:a16="http://schemas.microsoft.com/office/drawing/2014/main" id="{2001F073-535A-45C6-B8EB-0105F988647E}"/>
              </a:ext>
            </a:extLst>
          </p:cNvPr>
          <p:cNvSpPr>
            <a:spLocks noGrp="1"/>
          </p:cNvSpPr>
          <p:nvPr/>
        </p:nvSpPr>
        <p:spPr>
          <a:xfrm>
            <a:off x="-1143000" y="6143625"/>
            <a:ext cx="14478000" cy="2857500"/>
          </a:xfrm>
          <a:prstGeom prst="ellipse">
            <a:avLst/>
          </a:prstGeom>
          <a:noFill/>
          <a:ln w="19050">
            <a:solidFill>
              <a:srgbClr val="0B3F5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17" name="!!evs-117"/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1533525" y="5153025"/>
            <a:ext cx="457200" cy="457200"/>
          </a:xfrm>
          <a:prstGeom prst="rect">
            <a:avLst/>
          </a:prstGeom>
        </p:spPr>
      </p:pic>
      <p:sp>
        <p:nvSpPr>
          <p:cNvPr id="118" name="!!evs-118">
            <a:extLst>
              <a:ext uri="{FF2B5EF4-FFF2-40B4-BE49-F238E27FC236}">
                <a16:creationId xmlns:a16="http://schemas.microsoft.com/office/drawing/2014/main" id="{00C747CA-E471-4342-AC0B-5B53B1D85097}"/>
              </a:ext>
            </a:extLst>
          </p:cNvPr>
          <p:cNvSpPr>
            <a:spLocks noGrp="1"/>
          </p:cNvSpPr>
          <p:nvPr/>
        </p:nvSpPr>
        <p:spPr>
          <a:xfrm>
            <a:off x="428625" y="56197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Faster to Air</a:t>
            </a:r>
          </a:p>
        </p:txBody>
      </p:sp>
      <p:sp>
        <p:nvSpPr>
          <p:cNvPr id="119" name="!!evs-119">
            <a:extLst>
              <a:ext uri="{FF2B5EF4-FFF2-40B4-BE49-F238E27FC236}">
                <a16:creationId xmlns:a16="http://schemas.microsoft.com/office/drawing/2014/main" id="{F60C23B0-FA43-4F60-BAFE-3FDDB0E48B2E}"/>
              </a:ext>
            </a:extLst>
          </p:cNvPr>
          <p:cNvSpPr>
            <a:spLocks noGrp="1"/>
          </p:cNvSpPr>
          <p:nvPr/>
        </p:nvSpPr>
        <p:spPr>
          <a:xfrm>
            <a:off x="428625" y="58864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TURN IDEAS INTO IMPACT</a:t>
            </a:r>
          </a:p>
        </p:txBody>
      </p:sp>
      <p:sp>
        <p:nvSpPr>
          <p:cNvPr id="120" name="!!evs-120">
            <a:extLst>
              <a:ext uri="{FF2B5EF4-FFF2-40B4-BE49-F238E27FC236}">
                <a16:creationId xmlns:a16="http://schemas.microsoft.com/office/drawing/2014/main" id="{07978FEB-7BFB-4979-9BF3-CAB5D324E911}"/>
              </a:ext>
            </a:extLst>
          </p:cNvPr>
          <p:cNvSpPr>
            <a:spLocks noGrp="1"/>
          </p:cNvSpPr>
          <p:nvPr/>
        </p:nvSpPr>
        <p:spPr>
          <a:xfrm>
            <a:off x="3219450" y="5219700"/>
            <a:ext cx="9525" cy="790575"/>
          </a:xfrm>
          <a:prstGeom prst="rect">
            <a:avLst/>
          </a:prstGeom>
          <a:solidFill>
            <a:srgbClr val="2B5B72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21" name="!!evs-121"/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4457700" y="5153025"/>
            <a:ext cx="457200" cy="457200"/>
          </a:xfrm>
          <a:prstGeom prst="rect">
            <a:avLst/>
          </a:prstGeom>
        </p:spPr>
      </p:pic>
      <p:sp>
        <p:nvSpPr>
          <p:cNvPr id="122" name="!!evs-122">
            <a:extLst>
              <a:ext uri="{FF2B5EF4-FFF2-40B4-BE49-F238E27FC236}">
                <a16:creationId xmlns:a16="http://schemas.microsoft.com/office/drawing/2014/main" id="{1479DCB8-C84B-448A-83F6-5360ACCCE4B7}"/>
              </a:ext>
            </a:extLst>
          </p:cNvPr>
          <p:cNvSpPr>
            <a:spLocks noGrp="1"/>
          </p:cNvSpPr>
          <p:nvPr/>
        </p:nvSpPr>
        <p:spPr>
          <a:xfrm>
            <a:off x="3352800" y="56197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Metadata Continuity</a:t>
            </a:r>
          </a:p>
        </p:txBody>
      </p:sp>
      <p:sp>
        <p:nvSpPr>
          <p:cNvPr id="123" name="!!evs-123">
            <a:extLst>
              <a:ext uri="{FF2B5EF4-FFF2-40B4-BE49-F238E27FC236}">
                <a16:creationId xmlns:a16="http://schemas.microsoft.com/office/drawing/2014/main" id="{9C98DEC2-5B44-4AE9-A8DE-4F4FF1E6861D}"/>
              </a:ext>
            </a:extLst>
          </p:cNvPr>
          <p:cNvSpPr>
            <a:spLocks noGrp="1"/>
          </p:cNvSpPr>
          <p:nvPr/>
        </p:nvSpPr>
        <p:spPr>
          <a:xfrm>
            <a:off x="3352800" y="58864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CONTEXT TODAY. VALUE TOMORROW.</a:t>
            </a:r>
          </a:p>
        </p:txBody>
      </p:sp>
      <p:sp>
        <p:nvSpPr>
          <p:cNvPr id="124" name="!!evs-124">
            <a:extLst>
              <a:ext uri="{FF2B5EF4-FFF2-40B4-BE49-F238E27FC236}">
                <a16:creationId xmlns:a16="http://schemas.microsoft.com/office/drawing/2014/main" id="{4508C7DF-4C6C-4A4B-8C8D-557F7B27AB6F}"/>
              </a:ext>
            </a:extLst>
          </p:cNvPr>
          <p:cNvSpPr>
            <a:spLocks noGrp="1"/>
          </p:cNvSpPr>
          <p:nvPr/>
        </p:nvSpPr>
        <p:spPr>
          <a:xfrm>
            <a:off x="6143625" y="5219700"/>
            <a:ext cx="9525" cy="790575"/>
          </a:xfrm>
          <a:prstGeom prst="rect">
            <a:avLst/>
          </a:prstGeom>
          <a:solidFill>
            <a:srgbClr val="2B5B72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25" name="!!evs-125"/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7381875" y="5153025"/>
            <a:ext cx="457200" cy="457200"/>
          </a:xfrm>
          <a:prstGeom prst="rect">
            <a:avLst/>
          </a:prstGeom>
        </p:spPr>
      </p:pic>
      <p:sp>
        <p:nvSpPr>
          <p:cNvPr id="126" name="!!evs-126">
            <a:extLst>
              <a:ext uri="{FF2B5EF4-FFF2-40B4-BE49-F238E27FC236}">
                <a16:creationId xmlns:a16="http://schemas.microsoft.com/office/drawing/2014/main" id="{823DEF9F-907C-4AB5-A0E0-6563E845A1A6}"/>
              </a:ext>
            </a:extLst>
          </p:cNvPr>
          <p:cNvSpPr>
            <a:spLocks noGrp="1"/>
          </p:cNvSpPr>
          <p:nvPr/>
        </p:nvSpPr>
        <p:spPr>
          <a:xfrm>
            <a:off x="6276975" y="56197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155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One Source, Multiple Screens</a:t>
            </a:r>
          </a:p>
        </p:txBody>
      </p:sp>
      <p:sp>
        <p:nvSpPr>
          <p:cNvPr id="127" name="!!evs-127">
            <a:extLst>
              <a:ext uri="{FF2B5EF4-FFF2-40B4-BE49-F238E27FC236}">
                <a16:creationId xmlns:a16="http://schemas.microsoft.com/office/drawing/2014/main" id="{56C3C6AE-9A8B-4AF1-B350-04809D48FCFF}"/>
              </a:ext>
            </a:extLst>
          </p:cNvPr>
          <p:cNvSpPr>
            <a:spLocks noGrp="1"/>
          </p:cNvSpPr>
          <p:nvPr/>
        </p:nvSpPr>
        <p:spPr>
          <a:xfrm>
            <a:off x="6276975" y="58864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A GREATER REACH FOR EVERY STORY</a:t>
            </a:r>
          </a:p>
        </p:txBody>
      </p:sp>
      <p:sp>
        <p:nvSpPr>
          <p:cNvPr id="128" name="!!evs-128">
            <a:extLst>
              <a:ext uri="{FF2B5EF4-FFF2-40B4-BE49-F238E27FC236}">
                <a16:creationId xmlns:a16="http://schemas.microsoft.com/office/drawing/2014/main" id="{9F7C7D0A-081D-4696-A9A0-B3661AE52A6A}"/>
              </a:ext>
            </a:extLst>
          </p:cNvPr>
          <p:cNvSpPr>
            <a:spLocks noGrp="1"/>
          </p:cNvSpPr>
          <p:nvPr/>
        </p:nvSpPr>
        <p:spPr>
          <a:xfrm>
            <a:off x="9067800" y="5219700"/>
            <a:ext cx="9525" cy="790575"/>
          </a:xfrm>
          <a:prstGeom prst="rect">
            <a:avLst/>
          </a:prstGeom>
          <a:solidFill>
            <a:srgbClr val="2B5B72">
              <a:alpha val="7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29" name="!!evs-129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0306050" y="5153025"/>
            <a:ext cx="457200" cy="457200"/>
          </a:xfrm>
          <a:prstGeom prst="rect">
            <a:avLst/>
          </a:prstGeom>
        </p:spPr>
      </p:pic>
      <p:sp>
        <p:nvSpPr>
          <p:cNvPr id="130" name="!!evs-130">
            <a:extLst>
              <a:ext uri="{FF2B5EF4-FFF2-40B4-BE49-F238E27FC236}">
                <a16:creationId xmlns:a16="http://schemas.microsoft.com/office/drawing/2014/main" id="{E8E9F661-E617-4926-85D5-358C9DBE1035}"/>
              </a:ext>
            </a:extLst>
          </p:cNvPr>
          <p:cNvSpPr>
            <a:spLocks noGrp="1"/>
          </p:cNvSpPr>
          <p:nvPr/>
        </p:nvSpPr>
        <p:spPr>
          <a:xfrm>
            <a:off x="9201150" y="56197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7FBFF"/>
                </a:solidFill>
                <a:latin typeface="Aptos Display"/>
                <a:ea typeface="Aptos Display"/>
                <a:cs typeface="Aptos Display"/>
              </a:rPr>
              <a:t>Resilient Operations</a:t>
            </a:r>
          </a:p>
        </p:txBody>
      </p:sp>
      <p:sp>
        <p:nvSpPr>
          <p:cNvPr id="131" name="!!evs-131">
            <a:extLst>
              <a:ext uri="{FF2B5EF4-FFF2-40B4-BE49-F238E27FC236}">
                <a16:creationId xmlns:a16="http://schemas.microsoft.com/office/drawing/2014/main" id="{89A151EF-6A0B-45E3-ADA5-1B8A82959147}"/>
              </a:ext>
            </a:extLst>
          </p:cNvPr>
          <p:cNvSpPr>
            <a:spLocks noGrp="1"/>
          </p:cNvSpPr>
          <p:nvPr/>
        </p:nvSpPr>
        <p:spPr>
          <a:xfrm>
            <a:off x="9201150" y="58864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READY FOR WHAT’S NEXT</a:t>
            </a:r>
          </a:p>
        </p:txBody>
      </p:sp>
      <p:sp>
        <p:nvSpPr>
          <p:cNvPr id="132" name="!!evs-132">
            <a:extLst>
              <a:ext uri="{FF2B5EF4-FFF2-40B4-BE49-F238E27FC236}">
                <a16:creationId xmlns:a16="http://schemas.microsoft.com/office/drawing/2014/main" id="{5CAF8EFF-349C-46F0-8F3B-56DD4A964C37}"/>
              </a:ext>
            </a:extLst>
          </p:cNvPr>
          <p:cNvSpPr>
            <a:spLocks noGrp="1"/>
          </p:cNvSpPr>
          <p:nvPr/>
        </p:nvSpPr>
        <p:spPr>
          <a:xfrm>
            <a:off x="3086100" y="6505575"/>
            <a:ext cx="2190750" cy="9525"/>
          </a:xfrm>
          <a:prstGeom prst="rect">
            <a:avLst/>
          </a:prstGeom>
          <a:solidFill>
            <a:srgbClr val="2B5B72">
              <a:alpha val="7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3" name="!!evs-133">
            <a:extLst>
              <a:ext uri="{FF2B5EF4-FFF2-40B4-BE49-F238E27FC236}">
                <a16:creationId xmlns:a16="http://schemas.microsoft.com/office/drawing/2014/main" id="{BAD64596-881E-42FC-BBE3-CB5D1E886C57}"/>
              </a:ext>
            </a:extLst>
          </p:cNvPr>
          <p:cNvSpPr>
            <a:spLocks noGrp="1"/>
          </p:cNvSpPr>
          <p:nvPr/>
        </p:nvSpPr>
        <p:spPr>
          <a:xfrm>
            <a:off x="6915150" y="6505575"/>
            <a:ext cx="2190750" cy="9525"/>
          </a:xfrm>
          <a:prstGeom prst="rect">
            <a:avLst/>
          </a:prstGeom>
          <a:solidFill>
            <a:srgbClr val="2B5B72">
              <a:alpha val="7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4" name="!!evs-134">
            <a:extLst>
              <a:ext uri="{FF2B5EF4-FFF2-40B4-BE49-F238E27FC236}">
                <a16:creationId xmlns:a16="http://schemas.microsoft.com/office/drawing/2014/main" id="{ECDCEAE9-BFE9-4934-94D2-0AFC42FB004C}"/>
              </a:ext>
            </a:extLst>
          </p:cNvPr>
          <p:cNvSpPr>
            <a:spLocks noGrp="1"/>
          </p:cNvSpPr>
          <p:nvPr/>
        </p:nvSpPr>
        <p:spPr>
          <a:xfrm>
            <a:off x="4905375" y="641985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91AE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AEC2"/>
                </a:solidFill>
                <a:latin typeface="Aptos"/>
                <a:ea typeface="Aptos"/>
                <a:cs typeface="Aptos"/>
              </a:rPr>
              <a:t>NEWS MOVES THE WORLD FORWARD</a:t>
            </a:r>
          </a:p>
        </p:txBody>
      </p:sp>
      <p:sp>
        <p:nvSpPr>
          <p:cNvPr id="137" name="step-counter-8"/>
          <p:cNvSpPr txBox="1"/>
          <p:nvPr/>
        </p:nvSpPr>
        <p:spPr>
          <a:xfrm>
            <a:off x="10195560" y="1353312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58D9FF"/>
                </a:solidFill>
                <a:latin typeface="Aptos"/>
              </a:rPr>
              <a:t>STEP 8 OF 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1136</Words>
  <Application>Microsoft Office PowerPoint</Application>
  <PresentationFormat>Widescreen</PresentationFormat>
  <Paragraphs>424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</vt:lpstr>
      <vt:lpstr>Aptos Display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Aptech Dxb</dc:creator>
  <cp:lastModifiedBy>Aptech Dxb</cp:lastModifiedBy>
  <cp:revision>1</cp:revision>
  <dcterms:created xsi:type="dcterms:W3CDTF">2026-09-28T08:43:47Z</dcterms:created>
  <dcterms:modified xsi:type="dcterms:W3CDTF">2026-09-28T09:39:57Z</dcterms:modified>
</cp:coreProperties>
</file>